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0E7A-5483-EF33-C05B-600F0F10B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1DBD6A-1DCD-A349-EF7D-11BAC0F6B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5FC7E-E7C6-FCC1-6A05-A1C3496D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B80B87-7372-40AB-1900-D82E641C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B5DBF-DB30-02E6-9BD3-ECEF1F84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2127C-B06B-F99D-BD93-F99918E0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B2662-104B-E166-6CB3-EC70BA059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460B9-4ABC-10F9-1477-0AA980DA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D5596-F644-7232-808B-E8CBDCB5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C7501-96F7-F576-9336-5E6FF917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8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90EB3-C226-034E-F4FE-9BB5D3C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E56FEC-8DD4-F429-A2B6-4AB5EDFF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05A6D-AC07-4AB3-DD5A-D1CA7D60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92766-E017-D2BC-8E69-37BB90C0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AD43D-8FB9-3029-9764-F280E649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5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19C26-6A67-8034-72EA-D25552E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9B8F5-55EA-DFDF-BE72-E192EAC86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E907E-D213-4853-3C23-FC80E3B75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ABC68-A4E4-D4D3-9C04-DC66B3DB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01BC4-7975-3BAE-F41C-87C52941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8E2F9F-D9BB-9F02-4EEF-1431F87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80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86C93-9320-6F03-EDF5-1A4EA52F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086630-D355-E8D3-64CB-CBB757D7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4A51D9-BF9A-8215-A347-915485D0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246442-B17F-4E61-5BAD-1D83BBC1B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45A86-E571-DBEA-18C9-9C09814CA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FAD2B2-660C-CBF8-0EA0-96497113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E1C33D-D384-AD16-29F5-63165E15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A94170-793F-4B47-2DA7-3B99389D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4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FE628-EBB6-00D0-DCE5-897359C7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32E6FD-BF6D-DD5E-3CFC-F6B3D1C3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E3C8F9-7F33-434E-BFC3-74F3BB06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965C0-B3C2-4681-7FCA-AD9F0904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98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813925-06A1-A723-6B2F-BECDC7E3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03152-6ADE-DBE8-78AA-1A2A3743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A97C5-02F1-91A7-DD4F-4C64DBAF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EC769-AE48-A4C3-18F5-DDC00791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C366B-C70B-9DCE-4A47-8BF7912E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DEC8D2-B477-0A56-F3EE-118C2303B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974C80-E605-7EC7-6DBE-4BFB9C1F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52A7F6-C908-1258-ED3D-9AF1A0E1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F4440-25AE-D283-AA75-79438D71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9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632DB-A34B-F411-FE6B-F82F4F36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4BD035-C3E6-4DFA-9F65-F560EF580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14A8B-39A2-645C-8B42-68010679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5ADBED-E802-9A89-BD0B-0C9ED108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00D7C4-DFCF-3F18-BA22-92405273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F89B1-7E2F-AF9F-639F-1507E2A1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6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29E23-079A-307A-2B8C-D0520C90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5BFAF1-8757-F3E4-B793-9B2093E17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582A9-C490-6B5F-165A-01BB906C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0AAA3-84D7-CADC-E919-E09C196D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38CC3-4F02-40A6-52B0-268B63C8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65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66728-12AC-2939-9C7E-0F30E7729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88D0A-EC69-FEB7-35EB-7E2B0E3D5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3F949-8812-EE8D-2B43-87AF69ED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A76B5-C54A-017B-61A4-01B0C38B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07253-BC8E-AA0C-5619-818C04F0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9339E6-0839-959C-B839-87752431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66227-1FCC-E001-979B-041AEC1DC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9FE5-CF44-CE60-1BC4-C193AC661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9F76D-672B-41A3-A5B5-9A8003EB57F1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F258A-F9D2-4493-A309-CB5140B1E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9EC06-0C43-3C93-63DD-44BB3C2AE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85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B3ED0D-3C84-2C86-61F5-E348924F7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11500" dirty="0"/>
              <a:t>C</a:t>
            </a:r>
            <a:r>
              <a:rPr lang="ko-KR" altLang="en-US" sz="11500" dirty="0"/>
              <a:t>언어 스터디</a:t>
            </a:r>
            <a:r>
              <a:rPr lang="en-US" altLang="ko-KR" sz="11500" dirty="0"/>
              <a:t>4</a:t>
            </a:r>
            <a:endParaRPr lang="ko-KR" altLang="en-US" sz="115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43EA1-5539-796D-E92C-AAED120C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dirty="0"/>
              <a:t>챕터</a:t>
            </a:r>
            <a:r>
              <a:rPr lang="en-US" altLang="ko-KR" dirty="0"/>
              <a:t>16 ~</a:t>
            </a:r>
            <a:r>
              <a:rPr lang="ko-KR" altLang="en-US" dirty="0"/>
              <a:t>챕터</a:t>
            </a:r>
            <a:r>
              <a:rPr lang="en-US" altLang="ko-KR" dirty="0"/>
              <a:t>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80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5A7F63-B86C-B2E6-2447-B8C4F77C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562" y="736757"/>
            <a:ext cx="5229860" cy="685473"/>
          </a:xfrm>
        </p:spPr>
        <p:txBody>
          <a:bodyPr anchor="ctr">
            <a:normAutofit/>
          </a:bodyPr>
          <a:lstStyle/>
          <a:p>
            <a:r>
              <a:rPr lang="ko-KR" altLang="en-US" sz="4200" dirty="0"/>
              <a:t>다차원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345D30-6491-88B7-1EF8-8E655DC07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721" y="1638629"/>
            <a:ext cx="3596807" cy="333088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다차원배열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28A9369-62DD-F0E9-BF6D-04FE2C07CDD1}"/>
              </a:ext>
            </a:extLst>
          </p:cNvPr>
          <p:cNvSpPr txBox="1">
            <a:spLocks/>
          </p:cNvSpPr>
          <p:nvPr/>
        </p:nvSpPr>
        <p:spPr>
          <a:xfrm>
            <a:off x="8013142" y="1409042"/>
            <a:ext cx="3230225" cy="2998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/>
              <a:t>3</a:t>
            </a:r>
            <a:r>
              <a:rPr lang="ko-KR" altLang="en-US" sz="2000" dirty="0"/>
              <a:t>차원배열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C2CF25B4-046E-62E9-8E9E-93B3036C55A0}"/>
              </a:ext>
            </a:extLst>
          </p:cNvPr>
          <p:cNvSpPr txBox="1">
            <a:spLocks/>
          </p:cNvSpPr>
          <p:nvPr/>
        </p:nvSpPr>
        <p:spPr>
          <a:xfrm>
            <a:off x="4548572" y="1418394"/>
            <a:ext cx="3230225" cy="2998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/>
              <a:t>2</a:t>
            </a:r>
            <a:r>
              <a:rPr lang="ko-KR" altLang="en-US" sz="2000" dirty="0"/>
              <a:t>차원배열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82B703-DF4B-AC69-330F-BDCCDD6A6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88" y="2045505"/>
            <a:ext cx="3700012" cy="415533"/>
          </a:xfrm>
          <a:prstGeom prst="rect">
            <a:avLst/>
          </a:prstGeom>
        </p:spPr>
      </p:pic>
      <p:pic>
        <p:nvPicPr>
          <p:cNvPr id="11" name="그림 10" descr="직사각형, 라인, 태양 전지이(가) 표시된 사진&#10;&#10;자동 생성된 설명">
            <a:extLst>
              <a:ext uri="{FF2B5EF4-FFF2-40B4-BE49-F238E27FC236}">
                <a16:creationId xmlns:a16="http://schemas.microsoft.com/office/drawing/2014/main" id="{3B02C36B-2515-46E3-614A-F42DF2F34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62" y="2682696"/>
            <a:ext cx="3159507" cy="1954214"/>
          </a:xfrm>
          <a:prstGeom prst="rect">
            <a:avLst/>
          </a:prstGeom>
        </p:spPr>
      </p:pic>
      <p:pic>
        <p:nvPicPr>
          <p:cNvPr id="14" name="그림 13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FC100F82-5D1A-E788-CA2A-3B387719EC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961" y="1924782"/>
            <a:ext cx="2319832" cy="1784841"/>
          </a:xfrm>
          <a:prstGeom prst="rect">
            <a:avLst/>
          </a:prstGeom>
        </p:spPr>
      </p:pic>
      <p:pic>
        <p:nvPicPr>
          <p:cNvPr id="17" name="그림 16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4BA3A2F6-35B4-1786-0A8D-B6614797ED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193" y="3709623"/>
            <a:ext cx="1766791" cy="2380381"/>
          </a:xfrm>
          <a:prstGeom prst="rect">
            <a:avLst/>
          </a:prstGeom>
        </p:spPr>
      </p:pic>
      <p:pic>
        <p:nvPicPr>
          <p:cNvPr id="20" name="그림 19" descr="텍스트, 스크린샷, 폰트, 타이포그래피이(가) 표시된 사진&#10;&#10;자동 생성된 설명">
            <a:extLst>
              <a:ext uri="{FF2B5EF4-FFF2-40B4-BE49-F238E27FC236}">
                <a16:creationId xmlns:a16="http://schemas.microsoft.com/office/drawing/2014/main" id="{3E02F9DC-7E98-40DC-71CD-4FD78C9EEB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790" y="2052600"/>
            <a:ext cx="548688" cy="1729890"/>
          </a:xfrm>
          <a:prstGeom prst="rect">
            <a:avLst/>
          </a:prstGeom>
        </p:spPr>
      </p:pic>
      <p:pic>
        <p:nvPicPr>
          <p:cNvPr id="24" name="그림 23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2CD648C5-A3D9-61E1-CF13-36CDF94386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276" y="1954402"/>
            <a:ext cx="2633653" cy="4160491"/>
          </a:xfrm>
          <a:prstGeom prst="rect">
            <a:avLst/>
          </a:prstGeom>
        </p:spPr>
      </p:pic>
      <p:pic>
        <p:nvPicPr>
          <p:cNvPr id="26" name="그림 25" descr="텍스트, 폰트, 스크린샷, 번호이(가) 표시된 사진&#10;&#10;자동 생성된 설명">
            <a:extLst>
              <a:ext uri="{FF2B5EF4-FFF2-40B4-BE49-F238E27FC236}">
                <a16:creationId xmlns:a16="http://schemas.microsoft.com/office/drawing/2014/main" id="{88B57876-C73A-DFCD-847D-87FBEE2BE2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863" y="3339303"/>
            <a:ext cx="1958510" cy="4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2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01607B-AE6B-49D9-60B1-6461635C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238" y="715085"/>
            <a:ext cx="5498997" cy="477749"/>
          </a:xfrm>
        </p:spPr>
        <p:txBody>
          <a:bodyPr anchor="ctr">
            <a:noAutofit/>
          </a:bodyPr>
          <a:lstStyle/>
          <a:p>
            <a:r>
              <a:rPr lang="ko-KR" altLang="en-US" sz="4000" dirty="0"/>
              <a:t>포인터의 포인터</a:t>
            </a:r>
            <a:endParaRPr lang="ko-KR" altLang="en-US" sz="1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098DF1-1832-5AE0-4C61-F8B4C340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978" y="1310478"/>
            <a:ext cx="4038972" cy="3625589"/>
          </a:xfrm>
        </p:spPr>
        <p:txBody>
          <a:bodyPr anchor="t">
            <a:normAutofit/>
          </a:bodyPr>
          <a:lstStyle/>
          <a:p>
            <a:r>
              <a:rPr lang="ko-KR" altLang="en-US" sz="2000" dirty="0"/>
              <a:t>이중 포인터 변수</a:t>
            </a:r>
            <a:endParaRPr lang="en-US" altLang="ko-KR" sz="2000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0435F33A-55B5-E537-692A-16FC3F644DE6}"/>
              </a:ext>
            </a:extLst>
          </p:cNvPr>
          <p:cNvSpPr txBox="1">
            <a:spLocks/>
          </p:cNvSpPr>
          <p:nvPr/>
        </p:nvSpPr>
        <p:spPr>
          <a:xfrm>
            <a:off x="7596985" y="1310478"/>
            <a:ext cx="4038972" cy="3625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삼중 포인터</a:t>
            </a:r>
            <a:endParaRPr lang="en-US" altLang="ko-KR" sz="2000" dirty="0"/>
          </a:p>
        </p:txBody>
      </p:sp>
      <p:pic>
        <p:nvPicPr>
          <p:cNvPr id="7" name="그림 6" descr="텍스트, 폰트, 화이트, 스크린샷이(가) 표시된 사진&#10;&#10;자동 생성된 설명">
            <a:extLst>
              <a:ext uri="{FF2B5EF4-FFF2-40B4-BE49-F238E27FC236}">
                <a16:creationId xmlns:a16="http://schemas.microsoft.com/office/drawing/2014/main" id="{A559092D-CB50-E345-39F5-9C45381F5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05" y="1437229"/>
            <a:ext cx="2049958" cy="1516511"/>
          </a:xfrm>
          <a:prstGeom prst="rect">
            <a:avLst/>
          </a:prstGeom>
        </p:spPr>
      </p:pic>
      <p:pic>
        <p:nvPicPr>
          <p:cNvPr id="11" name="그림 10" descr="스크린샷, 텍스트, 폰트, 디자인이(가) 표시된 사진&#10;&#10;자동 생성된 설명">
            <a:extLst>
              <a:ext uri="{FF2B5EF4-FFF2-40B4-BE49-F238E27FC236}">
                <a16:creationId xmlns:a16="http://schemas.microsoft.com/office/drawing/2014/main" id="{5E193DE8-C7F5-CE77-AE1E-9DA2203F0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43" y="3088096"/>
            <a:ext cx="2606266" cy="678239"/>
          </a:xfrm>
          <a:prstGeom prst="rect">
            <a:avLst/>
          </a:prstGeom>
        </p:spPr>
      </p:pic>
      <p:pic>
        <p:nvPicPr>
          <p:cNvPr id="14" name="그림 1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36D171E-B3F5-039B-5938-7367597B1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424" y="1816109"/>
            <a:ext cx="3001436" cy="226108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DBBCA17-E2FF-5FE0-702E-F74546BDF1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108" y="4154690"/>
            <a:ext cx="2129959" cy="428132"/>
          </a:xfrm>
          <a:prstGeom prst="rect">
            <a:avLst/>
          </a:prstGeom>
        </p:spPr>
      </p:pic>
      <p:pic>
        <p:nvPicPr>
          <p:cNvPr id="21" name="그림 20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EC5DC8EA-2F2D-2F1A-A38B-2BBB062930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985" y="1802103"/>
            <a:ext cx="3093988" cy="171464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7ED81B4-F2C2-14BE-B4B8-B8D905E739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471" y="1857881"/>
            <a:ext cx="1390175" cy="42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51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34E195-173F-421F-B470-E059F783D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60" y="771849"/>
            <a:ext cx="7212269" cy="557769"/>
          </a:xfrm>
        </p:spPr>
        <p:txBody>
          <a:bodyPr anchor="ctr">
            <a:noAutofit/>
          </a:bodyPr>
          <a:lstStyle/>
          <a:p>
            <a:r>
              <a:rPr lang="ko-KR" altLang="en-US" sz="4000" dirty="0"/>
              <a:t>다차원 배열과 포인터의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9AB474-9A95-51E1-6640-968734EE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7236" y="1845949"/>
            <a:ext cx="3866424" cy="1858235"/>
          </a:xfrm>
        </p:spPr>
        <p:txBody>
          <a:bodyPr anchor="t">
            <a:noAutofit/>
          </a:bodyPr>
          <a:lstStyle/>
          <a:p>
            <a:r>
              <a:rPr lang="ko-KR" altLang="en-US" sz="1500" dirty="0"/>
              <a:t>배열 포인터와 포인터 배열</a:t>
            </a:r>
            <a:endParaRPr lang="en-US" altLang="ko-KR" sz="1500" dirty="0"/>
          </a:p>
          <a:p>
            <a:pPr marL="0" indent="0">
              <a:buNone/>
            </a:pPr>
            <a:endParaRPr lang="ko-KR" altLang="en-US" sz="1000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50A98407-6011-E651-B3FE-55DEF0C3C95A}"/>
              </a:ext>
            </a:extLst>
          </p:cNvPr>
          <p:cNvSpPr txBox="1">
            <a:spLocks/>
          </p:cNvSpPr>
          <p:nvPr/>
        </p:nvSpPr>
        <p:spPr>
          <a:xfrm>
            <a:off x="6869368" y="1845949"/>
            <a:ext cx="2887019" cy="25677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500" dirty="0" err="1"/>
              <a:t>Arr</a:t>
            </a:r>
            <a:r>
              <a:rPr lang="en-US" altLang="ko-KR" sz="1500" dirty="0"/>
              <a:t>[</a:t>
            </a:r>
            <a:r>
              <a:rPr lang="en-US" altLang="ko-KR" sz="1500" dirty="0" err="1"/>
              <a:t>i</a:t>
            </a:r>
            <a:r>
              <a:rPr lang="en-US" altLang="ko-KR" sz="1500" dirty="0"/>
              <a:t>]==*(</a:t>
            </a:r>
            <a:r>
              <a:rPr lang="en-US" altLang="ko-KR" sz="1500" dirty="0" err="1"/>
              <a:t>arr+i</a:t>
            </a:r>
            <a:r>
              <a:rPr lang="en-US" altLang="ko-KR" sz="15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B4D587-B6AB-1CF9-5A7B-9C00A013A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727" y="910518"/>
            <a:ext cx="1781175" cy="419100"/>
          </a:xfrm>
          <a:prstGeom prst="rect">
            <a:avLst/>
          </a:prstGeom>
        </p:spPr>
      </p:pic>
      <p:pic>
        <p:nvPicPr>
          <p:cNvPr id="14" name="그림 13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9228CAB2-2593-A9A8-39F9-EC0A46BA2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40" y="2316385"/>
            <a:ext cx="4159191" cy="2304601"/>
          </a:xfrm>
          <a:prstGeom prst="rect">
            <a:avLst/>
          </a:prstGeom>
        </p:spPr>
      </p:pic>
      <p:pic>
        <p:nvPicPr>
          <p:cNvPr id="17" name="그림 16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15F1080F-E000-FEF8-B4F5-54B922E3AA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171" y="4677103"/>
            <a:ext cx="1194300" cy="74896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33DBEA1-B028-6BAC-A185-75DEAC87E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660" y="2376440"/>
            <a:ext cx="5416946" cy="230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99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644ACD-D8CB-2046-FAA4-12EB1E8A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210" y="788841"/>
            <a:ext cx="6381024" cy="647576"/>
          </a:xfrm>
        </p:spPr>
        <p:txBody>
          <a:bodyPr anchor="ctr">
            <a:normAutofit/>
          </a:bodyPr>
          <a:lstStyle/>
          <a:p>
            <a:r>
              <a:rPr lang="ko-KR" altLang="en-US" sz="4000" dirty="0"/>
              <a:t>함수 포인터와 </a:t>
            </a:r>
            <a:r>
              <a:rPr lang="en-US" altLang="ko-KR" sz="4000" dirty="0"/>
              <a:t>void</a:t>
            </a:r>
            <a:r>
              <a:rPr lang="ko-KR" altLang="en-US" sz="4000" dirty="0"/>
              <a:t>포인터</a:t>
            </a:r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C09242B-A0CB-9F9E-BD7B-6ABE0F30D78F}"/>
              </a:ext>
            </a:extLst>
          </p:cNvPr>
          <p:cNvSpPr txBox="1">
            <a:spLocks/>
          </p:cNvSpPr>
          <p:nvPr/>
        </p:nvSpPr>
        <p:spPr>
          <a:xfrm>
            <a:off x="6313703" y="1586866"/>
            <a:ext cx="2263017" cy="2681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char * </a:t>
            </a:r>
            <a:r>
              <a:rPr lang="en-US" altLang="ko-KR" sz="1800" dirty="0" err="1"/>
              <a:t>argv</a:t>
            </a:r>
            <a:r>
              <a:rPr lang="en-US" altLang="ko-KR" sz="1800" dirty="0"/>
              <a:t>[] </a:t>
            </a:r>
            <a:endParaRPr lang="ko-KR" altLang="en-US" sz="1800" dirty="0"/>
          </a:p>
        </p:txBody>
      </p:sp>
      <p:sp>
        <p:nvSpPr>
          <p:cNvPr id="20" name="내용 개체 틀 6">
            <a:extLst>
              <a:ext uri="{FF2B5EF4-FFF2-40B4-BE49-F238E27FC236}">
                <a16:creationId xmlns:a16="http://schemas.microsoft.com/office/drawing/2014/main" id="{9A279960-8271-E5B5-CBD4-1593CBD820B4}"/>
              </a:ext>
            </a:extLst>
          </p:cNvPr>
          <p:cNvSpPr txBox="1">
            <a:spLocks/>
          </p:cNvSpPr>
          <p:nvPr/>
        </p:nvSpPr>
        <p:spPr>
          <a:xfrm>
            <a:off x="979130" y="1586866"/>
            <a:ext cx="4180699" cy="2768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Void</a:t>
            </a:r>
            <a:r>
              <a:rPr lang="ko-KR" altLang="en-US" sz="1800" dirty="0"/>
              <a:t> 포인터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957507-8385-B8C3-EC12-8CA90A87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31" y="1949477"/>
            <a:ext cx="2253926" cy="2126850"/>
          </a:xfrm>
          <a:prstGeom prst="rect">
            <a:avLst/>
          </a:prstGeom>
        </p:spPr>
      </p:pic>
      <p:sp>
        <p:nvSpPr>
          <p:cNvPr id="11" name="내용 개체 틀 6">
            <a:extLst>
              <a:ext uri="{FF2B5EF4-FFF2-40B4-BE49-F238E27FC236}">
                <a16:creationId xmlns:a16="http://schemas.microsoft.com/office/drawing/2014/main" id="{3A87C667-5ECD-520E-DC3C-149F9D66007D}"/>
              </a:ext>
            </a:extLst>
          </p:cNvPr>
          <p:cNvSpPr txBox="1">
            <a:spLocks/>
          </p:cNvSpPr>
          <p:nvPr/>
        </p:nvSpPr>
        <p:spPr>
          <a:xfrm>
            <a:off x="3580704" y="1586866"/>
            <a:ext cx="4180699" cy="2768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main</a:t>
            </a:r>
            <a:r>
              <a:rPr lang="ko-KR" altLang="en-US" sz="1800" dirty="0"/>
              <a:t> 포인터</a:t>
            </a:r>
            <a:endParaRPr lang="en-US" altLang="ko-KR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702861F-8A92-6703-FAA1-899608C26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557" y="1986973"/>
            <a:ext cx="2759531" cy="103482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B29947A-F886-6DF1-330E-0053D54CC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002" y="3098054"/>
            <a:ext cx="2943225" cy="3238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441D0FB-1F17-A192-9BC2-827F1D442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503" y="1997916"/>
            <a:ext cx="2676215" cy="207841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399E678-EC49-BF86-DF9B-4DD4C3B85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377" y="2000637"/>
            <a:ext cx="1562100" cy="6096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E713B04-D4DA-F109-AB21-12DAECB7AD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618" y="4295753"/>
            <a:ext cx="1828621" cy="53089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8D83FA1-4D10-0468-06DF-1B9D9709B0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7401" y="4086874"/>
            <a:ext cx="3231059" cy="97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6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D14EB4-FF10-B4BA-4DCC-A2228CD8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71" y="829531"/>
            <a:ext cx="5507446" cy="707867"/>
          </a:xfrm>
        </p:spPr>
        <p:txBody>
          <a:bodyPr anchor="ctr">
            <a:normAutofit fontScale="90000"/>
          </a:bodyPr>
          <a:lstStyle/>
          <a:p>
            <a:r>
              <a:rPr lang="ko-KR" altLang="en-US" sz="7200" dirty="0"/>
              <a:t>도전 </a:t>
            </a:r>
            <a:r>
              <a:rPr lang="en-US" altLang="ko-KR" sz="7200" dirty="0"/>
              <a:t>1</a:t>
            </a:r>
            <a:endParaRPr lang="ko-KR" altLang="en-US" sz="7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AF910A-C5C4-680A-36B0-491DDBC03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306" y="2191431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D32462-E106-BFB1-95FC-8567D48E9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709" y="1572026"/>
            <a:ext cx="2305417" cy="37103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CDE875-1C75-F27D-8E8A-05414CACF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940" y="1564588"/>
            <a:ext cx="15430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27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53</Words>
  <Application>Microsoft Office PowerPoint</Application>
  <PresentationFormat>와이드스크린</PresentationFormat>
  <Paragraphs>17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C언어 스터디4</vt:lpstr>
      <vt:lpstr>다차원 배열</vt:lpstr>
      <vt:lpstr>포인터의 포인터</vt:lpstr>
      <vt:lpstr>다차원 배열과 포인터의 관계</vt:lpstr>
      <vt:lpstr>함수 포인터와 void포인터</vt:lpstr>
      <vt:lpstr>도전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 스터디2</dc:title>
  <dc:creator>장현태</dc:creator>
  <cp:lastModifiedBy>현태 장</cp:lastModifiedBy>
  <cp:revision>16</cp:revision>
  <dcterms:created xsi:type="dcterms:W3CDTF">2023-10-10T18:57:03Z</dcterms:created>
  <dcterms:modified xsi:type="dcterms:W3CDTF">2023-11-09T06:03:15Z</dcterms:modified>
</cp:coreProperties>
</file>