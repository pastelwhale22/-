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6" r:id="rId6"/>
    <p:sldId id="260" r:id="rId7"/>
    <p:sldId id="262" r:id="rId8"/>
    <p:sldId id="261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8" autoAdjust="0"/>
    <p:restoredTop sz="94660"/>
  </p:normalViewPr>
  <p:slideViewPr>
    <p:cSldViewPr snapToGrid="0">
      <p:cViewPr varScale="1">
        <p:scale>
          <a:sx n="94" d="100"/>
          <a:sy n="94" d="100"/>
        </p:scale>
        <p:origin x="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A0E7A-5483-EF33-C05B-600F0F10B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1DBD6A-1DCD-A349-EF7D-11BAC0F6B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E5FC7E-E7C6-FCC1-6A05-A1C3496D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B80B87-7372-40AB-1900-D82E641C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CB5DBF-DB30-02E6-9BD3-ECEF1F84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27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2127C-B06B-F99D-BD93-F99918E0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3B2662-104B-E166-6CB3-EC70BA059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A460B9-4ABC-10F9-1477-0AA980DA8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3D5596-F644-7232-808B-E8CBDCB5E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9C7501-96F7-F576-9336-5E6FF917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82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590EB3-C226-034E-F4FE-9BB5D3C1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E56FEC-8DD4-F429-A2B6-4AB5EDFFF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005A6D-AC07-4AB3-DD5A-D1CA7D60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B92766-E017-D2BC-8E69-37BB90C0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5AD43D-8FB9-3029-9764-F280E649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565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19C26-6A67-8034-72EA-D25552E6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29B8F5-55EA-DFDF-BE72-E192EAC86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1E907E-D213-4853-3C23-FC80E3B75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9ABC68-A4E4-D4D3-9C04-DC66B3DB8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B01BC4-7975-3BAE-F41C-87C529415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8E2F9F-D9BB-9F02-4EEF-1431F87F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807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86C93-9320-6F03-EDF5-1A4EA52F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086630-D355-E8D3-64CB-CBB757D76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4A51D9-BF9A-8215-A347-915485D07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246442-B17F-4E61-5BAD-1D83BBC1B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145A86-E571-DBEA-18C9-9C09814CA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FAD2B2-660C-CBF8-0EA0-96497113C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BE1C33D-D384-AD16-29F5-63165E15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A94170-793F-4B47-2DA7-3B99389D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41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FE628-EBB6-00D0-DCE5-897359C7B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32E6FD-BF6D-DD5E-3CFC-F6B3D1C30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E3C8F9-7F33-434E-BFC3-74F3BB061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7965C0-B3C2-4681-7FCA-AD9F0904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984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813925-06A1-A723-6B2F-BECDC7E3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D03152-6ADE-DBE8-78AA-1A2A3743C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CA97C5-02F1-91A7-DD4F-4C64DBAF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12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EC769-AE48-A4C3-18F5-DDC007912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C366B-C70B-9DCE-4A47-8BF7912ED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DEC8D2-B477-0A56-F3EE-118C2303B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974C80-E605-7EC7-6DBE-4BFB9C1F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52A7F6-C908-1258-ED3D-9AF1A0E11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0F4440-25AE-D283-AA75-79438D71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299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632DB-A34B-F411-FE6B-F82F4F36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4BD035-C3E6-4DFA-9F65-F560EF580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B14A8B-39A2-645C-8B42-680106797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5ADBED-E802-9A89-BD0B-0C9ED108F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00D7C4-DFCF-3F18-BA22-92405273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BF89B1-7E2F-AF9F-639F-1507E2A1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46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29E23-079A-307A-2B8C-D0520C901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5BFAF1-8757-F3E4-B793-9B2093E17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D582A9-C490-6B5F-165A-01BB906C7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F0AAA3-84D7-CADC-E919-E09C196D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738CC3-4F02-40A6-52B0-268B63C8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650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F66728-12AC-2939-9C7E-0F30E7729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988D0A-EC69-FEB7-35EB-7E2B0E3D5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A3F949-8812-EE8D-2B43-87AF69ED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DA76B5-C54A-017B-61A4-01B0C38B1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A07253-BC8E-AA0C-5619-818C04F0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3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E9339E6-0839-959C-B839-877524316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066227-1FCC-E001-979B-041AEC1DC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9FE5-CF44-CE60-1BC4-C193AC661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9F76D-672B-41A3-A5B5-9A8003EB57F1}" type="datetimeFigureOut">
              <a:rPr lang="ko-KR" altLang="en-US" smtClean="0"/>
              <a:t>2023-12-07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AF258A-F9D2-4493-A309-CB5140B1E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9EC06-0C43-3C93-63DD-44BB3C2AE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85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B3ED0D-3C84-2C86-61F5-E348924F7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105" y="1711556"/>
            <a:ext cx="9246688" cy="1624311"/>
          </a:xfrm>
        </p:spPr>
        <p:txBody>
          <a:bodyPr anchor="b">
            <a:normAutofit/>
          </a:bodyPr>
          <a:lstStyle/>
          <a:p>
            <a:pPr algn="l"/>
            <a:r>
              <a:rPr lang="ko-KR" altLang="en-US" sz="6500" dirty="0"/>
              <a:t>농산물 관리 프로그램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E43EA1-5539-796D-E92C-AAED120C2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altLang="ko-KR" dirty="0"/>
              <a:t>C</a:t>
            </a:r>
            <a:r>
              <a:rPr lang="ko-KR" altLang="en-US" dirty="0"/>
              <a:t>언어 </a:t>
            </a:r>
            <a:r>
              <a:rPr lang="ko-KR" altLang="en-US" dirty="0" err="1"/>
              <a:t>스터티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380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F5DA0495-2B2E-17CB-3DE7-6C9187D4EBB8}"/>
              </a:ext>
            </a:extLst>
          </p:cNvPr>
          <p:cNvSpPr txBox="1">
            <a:spLocks/>
          </p:cNvSpPr>
          <p:nvPr/>
        </p:nvSpPr>
        <p:spPr>
          <a:xfrm>
            <a:off x="883487" y="860254"/>
            <a:ext cx="3076191" cy="6338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500" dirty="0"/>
              <a:t>개선된 부분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9AC7A06-442A-6B8D-5F40-949B029EA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6705" y="1279195"/>
            <a:ext cx="2173276" cy="677721"/>
          </a:xfrm>
        </p:spPr>
        <p:txBody>
          <a:bodyPr anchor="ctr">
            <a:normAutofit/>
          </a:bodyPr>
          <a:lstStyle/>
          <a:p>
            <a:r>
              <a:rPr lang="ko-KR" altLang="en-US" sz="3000"/>
              <a:t>입고 함수</a:t>
            </a:r>
            <a:endParaRPr lang="ko-KR" altLang="en-US" sz="3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DD2F7FA-5807-604C-DADD-8B3263833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049" y="1908561"/>
            <a:ext cx="4189564" cy="405037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8E499B5-5D91-00A1-8C7D-E56B6F0DF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602" y="1908561"/>
            <a:ext cx="2697617" cy="395605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8D5850C-2F45-B1D0-23B4-966931B47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7039" y="1956916"/>
            <a:ext cx="2784967" cy="92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389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100B268-32E0-29B9-CD6A-C509023E9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254" y="821994"/>
            <a:ext cx="2438909" cy="677721"/>
          </a:xfrm>
        </p:spPr>
        <p:txBody>
          <a:bodyPr anchor="ctr">
            <a:normAutofit fontScale="90000"/>
          </a:bodyPr>
          <a:lstStyle/>
          <a:p>
            <a:r>
              <a:rPr lang="ko-KR" altLang="en-US" sz="3000"/>
              <a:t>가나다순 </a:t>
            </a:r>
            <a:r>
              <a:rPr lang="ko-KR" altLang="en-US" sz="3000" dirty="0"/>
              <a:t>함수</a:t>
            </a: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3055140D-4990-DCB8-B3D5-19998CDA3CA7}"/>
              </a:ext>
            </a:extLst>
          </p:cNvPr>
          <p:cNvSpPr txBox="1">
            <a:spLocks/>
          </p:cNvSpPr>
          <p:nvPr/>
        </p:nvSpPr>
        <p:spPr>
          <a:xfrm>
            <a:off x="7266447" y="821994"/>
            <a:ext cx="2173276" cy="677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 err="1"/>
              <a:t>수량순</a:t>
            </a:r>
            <a:r>
              <a:rPr lang="ko-KR" altLang="en-US" sz="3000" dirty="0"/>
              <a:t> 함수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C491F7-7ACD-3170-1538-92FFF4998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071" y="1396983"/>
            <a:ext cx="4938229" cy="284342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24A05E9-C8AC-420B-6C37-5A6B51D94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302" y="1368232"/>
            <a:ext cx="4655627" cy="28440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A18B24D-D545-6BBE-B492-2FA9772C1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684" y="4374092"/>
            <a:ext cx="3390900" cy="112395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0B9C997-7397-A6AB-A129-4756D3678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3694" y="4404814"/>
            <a:ext cx="32004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79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D4A19D2-D82E-AA84-620A-07F6ECE2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112" y="738361"/>
            <a:ext cx="4617539" cy="696562"/>
          </a:xfrm>
        </p:spPr>
        <p:txBody>
          <a:bodyPr anchor="ctr">
            <a:noAutofit/>
          </a:bodyPr>
          <a:lstStyle/>
          <a:p>
            <a:r>
              <a:rPr lang="ko-KR" altLang="en-US" sz="4200" dirty="0"/>
              <a:t>추가한 부분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1B3B08F-0F15-A2C3-D12D-A823595FD7D3}"/>
              </a:ext>
            </a:extLst>
          </p:cNvPr>
          <p:cNvSpPr txBox="1">
            <a:spLocks/>
          </p:cNvSpPr>
          <p:nvPr/>
        </p:nvSpPr>
        <p:spPr>
          <a:xfrm>
            <a:off x="5007662" y="1079270"/>
            <a:ext cx="2173276" cy="677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/>
              <a:t>수정 함수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D42E043-636F-C375-2733-335AE6691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000" y="1756991"/>
            <a:ext cx="3588876" cy="219715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B96DC48-484A-7DB8-6933-9B867E07E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061" y="1756990"/>
            <a:ext cx="5498332" cy="344365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6D34FFA-F30E-EDD9-8E48-821F1E69D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0651" y="4214978"/>
            <a:ext cx="3078614" cy="175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833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B7028ABA-F711-057D-995B-183292C8CEBA}"/>
              </a:ext>
            </a:extLst>
          </p:cNvPr>
          <p:cNvSpPr txBox="1">
            <a:spLocks/>
          </p:cNvSpPr>
          <p:nvPr/>
        </p:nvSpPr>
        <p:spPr>
          <a:xfrm>
            <a:off x="1197266" y="895133"/>
            <a:ext cx="2536535" cy="677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/>
              <a:t>검색 함수</a:t>
            </a:r>
            <a:r>
              <a:rPr lang="en-US" altLang="ko-KR" sz="3000" dirty="0"/>
              <a:t>(</a:t>
            </a:r>
            <a:r>
              <a:rPr lang="ko-KR" altLang="en-US" sz="3000" dirty="0"/>
              <a:t>재고</a:t>
            </a:r>
            <a:r>
              <a:rPr lang="en-US" altLang="ko-KR" sz="3000" dirty="0"/>
              <a:t>)</a:t>
            </a:r>
            <a:endParaRPr lang="ko-KR" altLang="en-US" sz="3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AE87F2-F5BC-FD64-7483-F0CA2C0CE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210" y="1730904"/>
            <a:ext cx="4995182" cy="38514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76AD22A-7ACE-ABD7-CE28-39D93DF14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737" y="1556525"/>
            <a:ext cx="3476625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609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784826C3-246A-A264-A4BB-58795B7E2E22}"/>
              </a:ext>
            </a:extLst>
          </p:cNvPr>
          <p:cNvSpPr txBox="1">
            <a:spLocks/>
          </p:cNvSpPr>
          <p:nvPr/>
        </p:nvSpPr>
        <p:spPr>
          <a:xfrm>
            <a:off x="1133436" y="848374"/>
            <a:ext cx="2173276" cy="677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/>
              <a:t>구매 함수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4C7BE70-0BB7-8A88-EA53-39F79121C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36" y="1526094"/>
            <a:ext cx="3732478" cy="377775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FC24475-A197-D63E-F18F-383703F0C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290" y="1526094"/>
            <a:ext cx="6452586" cy="271117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758C894-0F46-717D-17DF-0F1C2F318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431" y="4234910"/>
            <a:ext cx="3839488" cy="109699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4B6C759-DD2A-9048-0640-66C03C0CA4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869" y="5231032"/>
            <a:ext cx="382905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512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5E537D8-D3F0-CEC9-057D-6EDEA9DC37CC}"/>
              </a:ext>
            </a:extLst>
          </p:cNvPr>
          <p:cNvSpPr txBox="1">
            <a:spLocks/>
          </p:cNvSpPr>
          <p:nvPr/>
        </p:nvSpPr>
        <p:spPr>
          <a:xfrm>
            <a:off x="1114419" y="944545"/>
            <a:ext cx="2432649" cy="5426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spcAft>
                <a:spcPts val="600"/>
              </a:spcAft>
            </a:pPr>
            <a:r>
              <a:rPr lang="ko-KR" alt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구매순</a:t>
            </a:r>
            <a:r>
              <a:rPr lang="en-US" altLang="ko-KR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ko-KR" alt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함수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5B994A-302C-22E8-00A0-451EDA0EA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955" y="1592110"/>
            <a:ext cx="9344031" cy="292676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64A32A4-F3C8-E286-6599-779D935C1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351" y="4370017"/>
            <a:ext cx="3095625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24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ECFA93B-9837-58CE-7B50-7A80B368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885" y="809435"/>
            <a:ext cx="3219772" cy="778205"/>
          </a:xfrm>
        </p:spPr>
        <p:txBody>
          <a:bodyPr anchor="ctr">
            <a:normAutofit/>
          </a:bodyPr>
          <a:lstStyle/>
          <a:p>
            <a:r>
              <a:rPr lang="ko-KR" altLang="en-US" sz="3000" dirty="0"/>
              <a:t>검색 함수</a:t>
            </a:r>
            <a:r>
              <a:rPr lang="en-US" altLang="ko-KR" sz="3000" dirty="0"/>
              <a:t>(</a:t>
            </a:r>
            <a:r>
              <a:rPr lang="ko-KR" altLang="en-US" sz="3000" dirty="0"/>
              <a:t>구매자</a:t>
            </a:r>
            <a:r>
              <a:rPr lang="en-US" altLang="ko-KR" sz="3000" dirty="0"/>
              <a:t>)</a:t>
            </a:r>
            <a:endParaRPr lang="ko-KR" altLang="en-US" sz="3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93706C-C52A-C4C5-F452-4ABB20087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885" y="1498298"/>
            <a:ext cx="8344222" cy="309198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8BE549C-A42A-B8A8-1DBE-58C3A8BD7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064" y="4288367"/>
            <a:ext cx="30099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90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45C1292-6AA2-3629-0FFD-174D92FFD3F0}"/>
              </a:ext>
            </a:extLst>
          </p:cNvPr>
          <p:cNvSpPr txBox="1">
            <a:spLocks/>
          </p:cNvSpPr>
          <p:nvPr/>
        </p:nvSpPr>
        <p:spPr>
          <a:xfrm>
            <a:off x="883487" y="860254"/>
            <a:ext cx="3076191" cy="6338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500" dirty="0"/>
              <a:t>추가 예정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108FF2CF-AC98-3248-8D12-0424B9E5E9D9}"/>
              </a:ext>
            </a:extLst>
          </p:cNvPr>
          <p:cNvSpPr txBox="1">
            <a:spLocks/>
          </p:cNvSpPr>
          <p:nvPr/>
        </p:nvSpPr>
        <p:spPr>
          <a:xfrm>
            <a:off x="1681597" y="1782621"/>
            <a:ext cx="2173276" cy="677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/>
              <a:t>관리자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2E50337-1B2B-B2A8-1227-C1D92933646D}"/>
              </a:ext>
            </a:extLst>
          </p:cNvPr>
          <p:cNvSpPr txBox="1">
            <a:spLocks/>
          </p:cNvSpPr>
          <p:nvPr/>
        </p:nvSpPr>
        <p:spPr>
          <a:xfrm>
            <a:off x="1681597" y="3594796"/>
            <a:ext cx="2173276" cy="824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/>
              <a:t>구매자</a:t>
            </a:r>
            <a:endParaRPr lang="en-US" altLang="ko-KR" sz="3000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78D6BC6-0715-BF07-850A-F441EB60B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618" y="1782621"/>
            <a:ext cx="2587353" cy="677721"/>
          </a:xfrm>
        </p:spPr>
        <p:txBody>
          <a:bodyPr anchor="ctr">
            <a:normAutofit/>
          </a:bodyPr>
          <a:lstStyle/>
          <a:p>
            <a:r>
              <a:rPr lang="ko-KR" altLang="en-US" sz="3000" dirty="0"/>
              <a:t>저장함수</a:t>
            </a:r>
            <a:r>
              <a:rPr lang="en-US" altLang="ko-KR" sz="3000" dirty="0"/>
              <a:t>(.txt)</a:t>
            </a:r>
            <a:endParaRPr lang="ko-KR" altLang="en-US" sz="3000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CA649E5C-ABF3-E3B2-865B-214A28B45A84}"/>
              </a:ext>
            </a:extLst>
          </p:cNvPr>
          <p:cNvSpPr txBox="1">
            <a:spLocks/>
          </p:cNvSpPr>
          <p:nvPr/>
        </p:nvSpPr>
        <p:spPr>
          <a:xfrm>
            <a:off x="4749618" y="3329371"/>
            <a:ext cx="2500266" cy="677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/>
              <a:t>주문 목록 함수</a:t>
            </a: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6ABDDF3C-804B-24A5-2E8E-38E996FD1BE4}"/>
              </a:ext>
            </a:extLst>
          </p:cNvPr>
          <p:cNvSpPr txBox="1">
            <a:spLocks/>
          </p:cNvSpPr>
          <p:nvPr/>
        </p:nvSpPr>
        <p:spPr>
          <a:xfrm>
            <a:off x="4749618" y="4007092"/>
            <a:ext cx="2173276" cy="677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/>
              <a:t>수정 함수</a:t>
            </a:r>
          </a:p>
        </p:txBody>
      </p:sp>
    </p:spTree>
    <p:extLst>
      <p:ext uri="{BB962C8B-B14F-4D97-AF65-F5344CB8AC3E}">
        <p14:creationId xmlns:p14="http://schemas.microsoft.com/office/powerpoint/2010/main" val="2207132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1573</TotalTime>
  <Words>45</Words>
  <Application>Microsoft Office PowerPoint</Application>
  <PresentationFormat>와이드스크린</PresentationFormat>
  <Paragraphs>18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농산물 관리 프로그램</vt:lpstr>
      <vt:lpstr>입고 함수</vt:lpstr>
      <vt:lpstr>가나다순 함수</vt:lpstr>
      <vt:lpstr>추가한 부분</vt:lpstr>
      <vt:lpstr>PowerPoint 프레젠테이션</vt:lpstr>
      <vt:lpstr>PowerPoint 프레젠테이션</vt:lpstr>
      <vt:lpstr>PowerPoint 프레젠테이션</vt:lpstr>
      <vt:lpstr>검색 함수(구매자)</vt:lpstr>
      <vt:lpstr>저장함수(.txt)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 스터디2</dc:title>
  <dc:creator>장현태</dc:creator>
  <cp:lastModifiedBy>현태 장</cp:lastModifiedBy>
  <cp:revision>26</cp:revision>
  <dcterms:created xsi:type="dcterms:W3CDTF">2023-10-10T18:57:03Z</dcterms:created>
  <dcterms:modified xsi:type="dcterms:W3CDTF">2023-12-07T03:11:52Z</dcterms:modified>
</cp:coreProperties>
</file>