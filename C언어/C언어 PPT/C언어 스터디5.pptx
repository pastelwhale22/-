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C7591D-6057-47CC-9D45-55082EB4A95C}" v="9" dt="2023-11-23T01:40:03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>
        <p:scale>
          <a:sx n="66" d="100"/>
          <a:sy n="66" d="100"/>
        </p:scale>
        <p:origin x="2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태 장" userId="de5e4f8327a3a991" providerId="LiveId" clId="{26C7591D-6057-47CC-9D45-55082EB4A95C}"/>
    <pc:docChg chg="custSel modSld">
      <pc:chgData name="현태 장" userId="de5e4f8327a3a991" providerId="LiveId" clId="{26C7591D-6057-47CC-9D45-55082EB4A95C}" dt="2023-11-23T01:40:03.398" v="107"/>
      <pc:docMkLst>
        <pc:docMk/>
      </pc:docMkLst>
      <pc:sldChg chg="modSp mod">
        <pc:chgData name="현태 장" userId="de5e4f8327a3a991" providerId="LiveId" clId="{26C7591D-6057-47CC-9D45-55082EB4A95C}" dt="2023-11-23T01:40:03.398" v="107"/>
        <pc:sldMkLst>
          <pc:docMk/>
          <pc:sldMk cId="3333809906" sldId="256"/>
        </pc:sldMkLst>
        <pc:spChg chg="mod">
          <ac:chgData name="현태 장" userId="de5e4f8327a3a991" providerId="LiveId" clId="{26C7591D-6057-47CC-9D45-55082EB4A95C}" dt="2023-11-23T01:39:52.957" v="85"/>
          <ac:spMkLst>
            <pc:docMk/>
            <pc:sldMk cId="3333809906" sldId="256"/>
            <ac:spMk id="2" creationId="{E8B3ED0D-3C84-2C86-61F5-E348924F7507}"/>
          </ac:spMkLst>
        </pc:spChg>
        <pc:spChg chg="mod">
          <ac:chgData name="현태 장" userId="de5e4f8327a3a991" providerId="LiveId" clId="{26C7591D-6057-47CC-9D45-55082EB4A95C}" dt="2023-11-23T01:40:03.398" v="107"/>
          <ac:spMkLst>
            <pc:docMk/>
            <pc:sldMk cId="3333809906" sldId="256"/>
            <ac:spMk id="3" creationId="{E2E43EA1-5539-796D-E92C-AAED120C25B3}"/>
          </ac:spMkLst>
        </pc:spChg>
      </pc:sldChg>
      <pc:sldChg chg="modSp mod">
        <pc:chgData name="현태 장" userId="de5e4f8327a3a991" providerId="LiveId" clId="{26C7591D-6057-47CC-9D45-55082EB4A95C}" dt="2023-11-23T01:38:45.217" v="65" actId="27636"/>
        <pc:sldMkLst>
          <pc:docMk/>
          <pc:sldMk cId="1581724348" sldId="257"/>
        </pc:sldMkLst>
        <pc:spChg chg="mod">
          <ac:chgData name="현태 장" userId="de5e4f8327a3a991" providerId="LiveId" clId="{26C7591D-6057-47CC-9D45-55082EB4A95C}" dt="2023-11-23T01:38:45.217" v="65" actId="27636"/>
          <ac:spMkLst>
            <pc:docMk/>
            <pc:sldMk cId="1581724348" sldId="257"/>
            <ac:spMk id="2" creationId="{455A7F63-B86C-B2E6-2447-B8C4F77CCEB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A0E7A-5483-EF33-C05B-600F0F10B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1DBD6A-1DCD-A349-EF7D-11BAC0F6B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E5FC7E-E7C6-FCC1-6A05-A1C3496D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B80B87-7372-40AB-1900-D82E641C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CB5DBF-DB30-02E6-9BD3-ECEF1F84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2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2127C-B06B-F99D-BD93-F99918E0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3B2662-104B-E166-6CB3-EC70BA059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460B9-4ABC-10F9-1477-0AA980DA8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3D5596-F644-7232-808B-E8CBDCB5E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9C7501-96F7-F576-9336-5E6FF917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82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90EB3-C226-034E-F4FE-9BB5D3C1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E56FEC-8DD4-F429-A2B6-4AB5EDFFF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005A6D-AC07-4AB3-DD5A-D1CA7D60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B92766-E017-D2BC-8E69-37BB90C0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5AD43D-8FB9-3029-9764-F280E649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56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19C26-6A67-8034-72EA-D25552E6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29B8F5-55EA-DFDF-BE72-E192EAC86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1E907E-D213-4853-3C23-FC80E3B75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9ABC68-A4E4-D4D3-9C04-DC66B3DB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B01BC4-7975-3BAE-F41C-87C529415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8E2F9F-D9BB-9F02-4EEF-1431F87F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80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86C93-9320-6F03-EDF5-1A4EA52F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086630-D355-E8D3-64CB-CBB757D76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4A51D9-BF9A-8215-A347-915485D07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246442-B17F-4E61-5BAD-1D83BBC1B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45A86-E571-DBEA-18C9-9C09814CA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FAD2B2-660C-CBF8-0EA0-96497113C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E1C33D-D384-AD16-29F5-63165E15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A94170-793F-4B47-2DA7-3B99389D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41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FE628-EBB6-00D0-DCE5-897359C7B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32E6FD-BF6D-DD5E-3CFC-F6B3D1C3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E3C8F9-7F33-434E-BFC3-74F3BB061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7965C0-B3C2-4681-7FCA-AD9F0904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984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813925-06A1-A723-6B2F-BECDC7E3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D03152-6ADE-DBE8-78AA-1A2A3743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CA97C5-02F1-91A7-DD4F-4C64DBAF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12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EC769-AE48-A4C3-18F5-DDC007912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C366B-C70B-9DCE-4A47-8BF7912ED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DEC8D2-B477-0A56-F3EE-118C2303B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974C80-E605-7EC7-6DBE-4BFB9C1F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52A7F6-C908-1258-ED3D-9AF1A0E1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0F4440-25AE-D283-AA75-79438D71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29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632DB-A34B-F411-FE6B-F82F4F36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4BD035-C3E6-4DFA-9F65-F560EF580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B14A8B-39A2-645C-8B42-680106797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5ADBED-E802-9A89-BD0B-0C9ED108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00D7C4-DFCF-3F18-BA22-92405273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BF89B1-7E2F-AF9F-639F-1507E2A1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46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29E23-079A-307A-2B8C-D0520C901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5BFAF1-8757-F3E4-B793-9B2093E17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D582A9-C490-6B5F-165A-01BB906C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F0AAA3-84D7-CADC-E919-E09C196D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738CC3-4F02-40A6-52B0-268B63C8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65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F66728-12AC-2939-9C7E-0F30E7729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88D0A-EC69-FEB7-35EB-7E2B0E3D5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A3F949-8812-EE8D-2B43-87AF69ED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DA76B5-C54A-017B-61A4-01B0C38B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A07253-BC8E-AA0C-5619-818C04F0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3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E9339E6-0839-959C-B839-87752431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066227-1FCC-E001-979B-041AEC1DC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9FE5-CF44-CE60-1BC4-C193AC661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9F76D-672B-41A3-A5B5-9A8003EB57F1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AF258A-F9D2-4493-A309-CB5140B1E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9EC06-0C43-3C93-63DD-44BB3C2AE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85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B3ED0D-3C84-2C86-61F5-E348924F7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105" y="1711556"/>
            <a:ext cx="9246688" cy="1624311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6500" dirty="0"/>
              <a:t>C</a:t>
            </a:r>
            <a:r>
              <a:rPr lang="ko-KR" altLang="en-US" sz="6500" dirty="0"/>
              <a:t>언어 스터디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E43EA1-5539-796D-E92C-AAED120C2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altLang="ko-KR" dirty="0"/>
              <a:t>21</a:t>
            </a:r>
            <a:r>
              <a:rPr lang="ko-KR" altLang="en-US" dirty="0"/>
              <a:t>장</a:t>
            </a:r>
            <a:r>
              <a:rPr lang="en-US" altLang="ko-KR" dirty="0"/>
              <a:t>~25</a:t>
            </a:r>
            <a:r>
              <a:rPr lang="ko-KR" altLang="en-US" dirty="0"/>
              <a:t>장</a:t>
            </a:r>
          </a:p>
        </p:txBody>
      </p:sp>
    </p:spTree>
    <p:extLst>
      <p:ext uri="{BB962C8B-B14F-4D97-AF65-F5344CB8AC3E}">
        <p14:creationId xmlns:p14="http://schemas.microsoft.com/office/powerpoint/2010/main" val="333380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5A7F63-B86C-B2E6-2447-B8C4F77CC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561" y="736757"/>
            <a:ext cx="5605417" cy="685473"/>
          </a:xfrm>
        </p:spPr>
        <p:txBody>
          <a:bodyPr anchor="ctr">
            <a:normAutofit/>
          </a:bodyPr>
          <a:lstStyle/>
          <a:p>
            <a:endParaRPr lang="ko-KR" altLang="en-US" sz="4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345D30-6491-88B7-1EF8-8E655DC07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721" y="1638629"/>
            <a:ext cx="3224153" cy="305583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스트림</a:t>
            </a:r>
            <a:endParaRPr lang="en-US" altLang="ko-KR" sz="2000" dirty="0"/>
          </a:p>
          <a:p>
            <a:pPr marL="0" indent="0">
              <a:buNone/>
            </a:pPr>
            <a:endParaRPr lang="ko-KR" altLang="en-US" sz="15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28A9369-62DD-F0E9-BF6D-04FE2C07CDD1}"/>
              </a:ext>
            </a:extLst>
          </p:cNvPr>
          <p:cNvSpPr txBox="1">
            <a:spLocks/>
          </p:cNvSpPr>
          <p:nvPr/>
        </p:nvSpPr>
        <p:spPr>
          <a:xfrm>
            <a:off x="7562273" y="1631079"/>
            <a:ext cx="3230225" cy="2998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/>
              <a:t>puts, </a:t>
            </a:r>
            <a:r>
              <a:rPr lang="en-US" altLang="ko-KR" sz="2000" dirty="0" err="1"/>
              <a:t>fputs</a:t>
            </a:r>
            <a:r>
              <a:rPr lang="en-US" altLang="ko-KR" sz="2000" dirty="0"/>
              <a:t> gets, </a:t>
            </a:r>
            <a:r>
              <a:rPr lang="en-US" altLang="ko-KR" sz="2000" dirty="0" err="1"/>
              <a:t>fgets</a:t>
            </a:r>
            <a:endParaRPr lang="ko-KR" altLang="en-US" sz="2000" dirty="0"/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C2CF25B4-046E-62E9-8E9E-93B3036C55A0}"/>
              </a:ext>
            </a:extLst>
          </p:cNvPr>
          <p:cNvSpPr txBox="1">
            <a:spLocks/>
          </p:cNvSpPr>
          <p:nvPr/>
        </p:nvSpPr>
        <p:spPr>
          <a:xfrm>
            <a:off x="3944613" y="1631080"/>
            <a:ext cx="3230225" cy="2998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dirty="0"/>
              <a:t>문자 입출력 함수</a:t>
            </a:r>
            <a:r>
              <a:rPr lang="en-US" altLang="ko-KR" sz="2000" dirty="0"/>
              <a:t>/ EOF</a:t>
            </a:r>
            <a:endParaRPr lang="ko-KR" altLang="en-US" sz="20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5DCDA6-92F0-57A2-7F54-46FB9CBB9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548" y="2170458"/>
            <a:ext cx="1997047" cy="180555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A90EC83-9DDF-4638-8E16-38BC222FC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254" y="3649340"/>
            <a:ext cx="276264" cy="45726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31ECDB3-BAC3-37DC-7DEC-70C6018FD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8740" y="2203855"/>
            <a:ext cx="1464079" cy="213138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B005BFE-A051-F162-C0C1-D307FFBF4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300" y="4321899"/>
            <a:ext cx="1134178" cy="88025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AF5D435-3A5F-5B3D-6B67-94FEF3C891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4037" y="2203855"/>
            <a:ext cx="3408570" cy="295535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2D33EA3-5624-74D4-1E14-A999AB3346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7302" y="2080916"/>
            <a:ext cx="1278850" cy="15178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A1D4A18-FAC7-5034-AD92-AEFC5DFBA2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916" y="2153322"/>
            <a:ext cx="2322352" cy="122042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6FF4119-38E2-C4F2-5EF4-DC32B50307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46" y="3587421"/>
            <a:ext cx="2698505" cy="74377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9CC9030-E42D-A403-9383-63EA062CE7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683" y="4526714"/>
            <a:ext cx="4911514" cy="13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2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EA75F63-FD5D-4320-40BF-0F4BBFCEBE2D}"/>
              </a:ext>
            </a:extLst>
          </p:cNvPr>
          <p:cNvSpPr txBox="1">
            <a:spLocks/>
          </p:cNvSpPr>
          <p:nvPr/>
        </p:nvSpPr>
        <p:spPr>
          <a:xfrm>
            <a:off x="850498" y="890488"/>
            <a:ext cx="3224153" cy="30558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표준 입출력과 버퍼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1E159E6-477D-52F3-4AB2-EB8FA7639CA6}"/>
              </a:ext>
            </a:extLst>
          </p:cNvPr>
          <p:cNvSpPr txBox="1">
            <a:spLocks/>
          </p:cNvSpPr>
          <p:nvPr/>
        </p:nvSpPr>
        <p:spPr>
          <a:xfrm>
            <a:off x="947744" y="4062944"/>
            <a:ext cx="3291840" cy="2998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 err="1"/>
              <a:t>fflush</a:t>
            </a:r>
            <a:r>
              <a:rPr lang="en-US" altLang="ko-KR" sz="2000" dirty="0"/>
              <a:t> </a:t>
            </a:r>
            <a:r>
              <a:rPr lang="ko-KR" altLang="en-US" sz="2000" dirty="0"/>
              <a:t>함수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1200" dirty="0"/>
              <a:t>-</a:t>
            </a:r>
            <a:r>
              <a:rPr lang="ko-KR" altLang="en-US" sz="1200" dirty="0"/>
              <a:t>출력 버퍼를 비우는 함수</a:t>
            </a: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-</a:t>
            </a:r>
            <a:r>
              <a:rPr lang="ko-KR" altLang="en-US" sz="1200" dirty="0"/>
              <a:t>출력 버퍼에</a:t>
            </a:r>
            <a:r>
              <a:rPr lang="en-US" altLang="ko-KR" sz="1200" dirty="0"/>
              <a:t> </a:t>
            </a:r>
            <a:r>
              <a:rPr lang="ko-KR" altLang="en-US" sz="1200" dirty="0"/>
              <a:t>저장된 데이터가 버퍼를 떠나서 목적지로 이동됨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1FF0AE6-93A8-E40D-3339-4E3115480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24" y="1355271"/>
            <a:ext cx="4162927" cy="90625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E2834E6-10F2-C12E-030C-489B53844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55" y="2378148"/>
            <a:ext cx="3451005" cy="1440272"/>
          </a:xfrm>
          <a:prstGeom prst="rect">
            <a:avLst/>
          </a:prstGeom>
        </p:spPr>
      </p:pic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C205C30A-5ABE-216F-E840-CF17C597863D}"/>
              </a:ext>
            </a:extLst>
          </p:cNvPr>
          <p:cNvSpPr txBox="1">
            <a:spLocks/>
          </p:cNvSpPr>
          <p:nvPr/>
        </p:nvSpPr>
        <p:spPr>
          <a:xfrm>
            <a:off x="5685486" y="859234"/>
            <a:ext cx="3224153" cy="30558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/>
              <a:t>입력 버퍼 비우기</a:t>
            </a: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/>
              <a:t>-</a:t>
            </a:r>
            <a:r>
              <a:rPr lang="ko-KR" altLang="en-US" sz="1200" dirty="0"/>
              <a:t>데이터의 소멸을 의미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65028A7-35D5-38CA-9319-E5D413F00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518" y="4664093"/>
            <a:ext cx="2672360" cy="60163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728FC99-9575-A010-71E5-9012CF316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729" y="1592276"/>
            <a:ext cx="4123610" cy="288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531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201607B-AE6B-49D9-60B1-6461635C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238" y="715085"/>
            <a:ext cx="5498997" cy="477749"/>
          </a:xfrm>
        </p:spPr>
        <p:txBody>
          <a:bodyPr anchor="ctr">
            <a:noAutofit/>
          </a:bodyPr>
          <a:lstStyle/>
          <a:p>
            <a:r>
              <a:rPr lang="ko-KR" altLang="en-US" sz="4000" dirty="0"/>
              <a:t>구조체</a:t>
            </a:r>
            <a:endParaRPr lang="ko-KR" altLang="en-US" sz="1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098DF1-1832-5AE0-4C61-F8B4C3404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2135" y="1728571"/>
            <a:ext cx="2507822" cy="3625589"/>
          </a:xfrm>
        </p:spPr>
        <p:txBody>
          <a:bodyPr anchor="t">
            <a:normAutofit/>
          </a:bodyPr>
          <a:lstStyle/>
          <a:p>
            <a:r>
              <a:rPr lang="ko-KR" altLang="en-US" sz="2000" dirty="0"/>
              <a:t>구조체 배열 </a:t>
            </a:r>
            <a:endParaRPr lang="en-US" altLang="ko-KR" sz="2000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0435F33A-55B5-E537-692A-16FC3F644DE6}"/>
              </a:ext>
            </a:extLst>
          </p:cNvPr>
          <p:cNvSpPr txBox="1">
            <a:spLocks/>
          </p:cNvSpPr>
          <p:nvPr/>
        </p:nvSpPr>
        <p:spPr>
          <a:xfrm>
            <a:off x="7534550" y="1672818"/>
            <a:ext cx="2966642" cy="36255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 </a:t>
            </a:r>
            <a:r>
              <a:rPr lang="ko-KR" altLang="en-US" sz="2000" dirty="0"/>
              <a:t>구조체 변수  포인터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A43CE9-C926-84BC-710A-5032BF362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68" y="2226849"/>
            <a:ext cx="2991845" cy="251752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27A40F7-8348-6792-AEB3-78624C9E6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127" y="4776368"/>
            <a:ext cx="1553439" cy="319398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BC28E0BD-8902-1278-0EDC-93FB140C4E47}"/>
              </a:ext>
            </a:extLst>
          </p:cNvPr>
          <p:cNvSpPr txBox="1">
            <a:spLocks/>
          </p:cNvSpPr>
          <p:nvPr/>
        </p:nvSpPr>
        <p:spPr>
          <a:xfrm>
            <a:off x="708400" y="1742265"/>
            <a:ext cx="2805336" cy="36255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구조체 </a:t>
            </a:r>
            <a:endParaRPr lang="en-US" altLang="ko-KR" sz="2000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0D73956F-8E49-F0F4-B7CF-0406D870A9D8}"/>
              </a:ext>
            </a:extLst>
          </p:cNvPr>
          <p:cNvSpPr txBox="1">
            <a:spLocks/>
          </p:cNvSpPr>
          <p:nvPr/>
        </p:nvSpPr>
        <p:spPr>
          <a:xfrm>
            <a:off x="763568" y="1251951"/>
            <a:ext cx="6249747" cy="4777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500" dirty="0"/>
              <a:t>:</a:t>
            </a:r>
            <a:r>
              <a:rPr lang="ko-KR" altLang="en-US" sz="1500" dirty="0"/>
              <a:t>하나 이상의 변수를 묶어서 새로운 자료형을 정의 하는 도구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02F68A3-22B2-9A73-2758-81554C370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441" y="2084141"/>
            <a:ext cx="3469588" cy="198362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ED08822-D04F-1E73-210C-E80DC80388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7583" y="4071849"/>
            <a:ext cx="2019582" cy="58110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069F624-874F-A8BE-71D5-3D5203580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549" y="2156453"/>
            <a:ext cx="3402135" cy="1911312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BAA674F-E266-E9A9-2A3D-26D6B5A74F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5463" y="4205218"/>
            <a:ext cx="1495634" cy="44773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6251311-3E40-4070-CACE-CCE98C4F5F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5646" y="2105225"/>
            <a:ext cx="1581360" cy="74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5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34E195-173F-421F-B470-E059F783D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060" y="771849"/>
            <a:ext cx="7212269" cy="557769"/>
          </a:xfrm>
        </p:spPr>
        <p:txBody>
          <a:bodyPr anchor="ctr">
            <a:noAutofit/>
          </a:bodyPr>
          <a:lstStyle/>
          <a:p>
            <a:r>
              <a:rPr lang="ko-KR" altLang="en-US" sz="4000" dirty="0"/>
              <a:t>구조체와 </a:t>
            </a:r>
            <a:r>
              <a:rPr lang="en-US" altLang="ko-KR" sz="4000" dirty="0"/>
              <a:t>typedef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9AB474-9A95-51E1-6640-968734EEA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122" y="1568981"/>
            <a:ext cx="3866424" cy="1858235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ko-KR" altLang="en-US" sz="1500" dirty="0"/>
              <a:t>구조체 정의와 </a:t>
            </a:r>
            <a:r>
              <a:rPr lang="en-US" altLang="ko-KR" sz="1500" dirty="0"/>
              <a:t>typedef</a:t>
            </a:r>
            <a:r>
              <a:rPr lang="ko-KR" altLang="en-US" sz="1500" dirty="0"/>
              <a:t>선언</a:t>
            </a:r>
            <a:endParaRPr lang="en-US" altLang="ko-KR" sz="1500" dirty="0"/>
          </a:p>
          <a:p>
            <a:pPr marL="0" indent="0">
              <a:buNone/>
            </a:pPr>
            <a:endParaRPr lang="ko-KR" altLang="en-US" sz="1000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50A98407-6011-E651-B3FE-55DEF0C3C95A}"/>
              </a:ext>
            </a:extLst>
          </p:cNvPr>
          <p:cNvSpPr txBox="1">
            <a:spLocks/>
          </p:cNvSpPr>
          <p:nvPr/>
        </p:nvSpPr>
        <p:spPr>
          <a:xfrm>
            <a:off x="4485137" y="1568981"/>
            <a:ext cx="2887019" cy="25677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500" dirty="0" err="1"/>
              <a:t>공용체</a:t>
            </a:r>
            <a:endParaRPr lang="ko-KR" altLang="en-US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EE227EB-A722-06E9-75A2-AD0C92294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759" y="1893108"/>
            <a:ext cx="3346670" cy="249373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E19CF95-A711-829D-534A-D5A790C85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759" y="4433252"/>
            <a:ext cx="1387177" cy="26701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3BBFE46-1C7C-655E-7BFC-DA913CE81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0943" y="920488"/>
            <a:ext cx="1583771" cy="374457"/>
          </a:xfrm>
          <a:prstGeom prst="rect">
            <a:avLst/>
          </a:prstGeom>
        </p:spPr>
      </p:pic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E6D424E9-58F1-E7D0-D0A2-12D3BF17D9AC}"/>
              </a:ext>
            </a:extLst>
          </p:cNvPr>
          <p:cNvSpPr txBox="1">
            <a:spLocks/>
          </p:cNvSpPr>
          <p:nvPr/>
        </p:nvSpPr>
        <p:spPr>
          <a:xfrm>
            <a:off x="8013930" y="1568981"/>
            <a:ext cx="2887019" cy="25677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500"/>
              <a:t>열거형</a:t>
            </a:r>
            <a:endParaRPr lang="ko-KR" altLang="en-US" sz="10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BE6EFCB-0CE9-4ADF-EAD6-236059FE6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8414" y="1893108"/>
            <a:ext cx="2975239" cy="249373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69A8FD9-F8E3-9B8E-16B3-C6A750741A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9808" y="4460882"/>
            <a:ext cx="2975239" cy="38327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27EA96F-1EE0-2227-A171-CBAD8C5D35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1239" y="1893108"/>
            <a:ext cx="2975239" cy="343403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483D189-42BD-FABC-6F5D-7B132A93EA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5616" y="2876707"/>
            <a:ext cx="1907820" cy="73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999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F644ACD-D8CB-2046-FAA4-12EB1E8A3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210" y="788841"/>
            <a:ext cx="6381024" cy="647576"/>
          </a:xfrm>
        </p:spPr>
        <p:txBody>
          <a:bodyPr anchor="ctr">
            <a:normAutofit/>
          </a:bodyPr>
          <a:lstStyle/>
          <a:p>
            <a:r>
              <a:rPr lang="ko-KR" altLang="en-US" sz="4000" dirty="0"/>
              <a:t>파일 입출력</a:t>
            </a:r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C09242B-A0CB-9F9E-BD7B-6ABE0F30D78F}"/>
              </a:ext>
            </a:extLst>
          </p:cNvPr>
          <p:cNvSpPr txBox="1">
            <a:spLocks/>
          </p:cNvSpPr>
          <p:nvPr/>
        </p:nvSpPr>
        <p:spPr>
          <a:xfrm>
            <a:off x="2273890" y="1496589"/>
            <a:ext cx="2263017" cy="2681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 err="1"/>
              <a:t>fprint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fscanf</a:t>
            </a:r>
            <a:r>
              <a:rPr lang="en-US" altLang="ko-KR" sz="1800" dirty="0"/>
              <a:t> </a:t>
            </a:r>
            <a:endParaRPr lang="ko-KR" altLang="en-US" sz="1800" dirty="0"/>
          </a:p>
        </p:txBody>
      </p:sp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3D31A4A9-B9EF-9BB0-64DA-666E7A42F181}"/>
              </a:ext>
            </a:extLst>
          </p:cNvPr>
          <p:cNvSpPr txBox="1">
            <a:spLocks/>
          </p:cNvSpPr>
          <p:nvPr/>
        </p:nvSpPr>
        <p:spPr>
          <a:xfrm>
            <a:off x="7901787" y="1287917"/>
            <a:ext cx="2263017" cy="26817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 err="1"/>
              <a:t>fseek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ftell</a:t>
            </a:r>
            <a:endParaRPr lang="ko-KR" altLang="en-US" sz="18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7A740DA-645A-38C3-1A02-0FF35C981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97" y="2044020"/>
            <a:ext cx="2607401" cy="200569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0CCFF27-9B9F-3389-4E45-071F7EA24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31" y="4215482"/>
            <a:ext cx="2263017" cy="36390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D223D2B-0AAA-07BE-357F-F1BC5916E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246" y="1953660"/>
            <a:ext cx="2799504" cy="206601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0E29100-618A-2CB0-9A7B-407C39A577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952" b="8657"/>
          <a:stretch/>
        </p:blipFill>
        <p:spPr>
          <a:xfrm>
            <a:off x="4067731" y="4117817"/>
            <a:ext cx="1181849" cy="57772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E9F8BD4-4D94-DBF7-8CA4-F31381C485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519" y="1823239"/>
            <a:ext cx="2074276" cy="244725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5CE3A9E-6212-2D6E-2135-B704136935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2597" y="4089517"/>
            <a:ext cx="342900" cy="18097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75C9ABB5-EB1F-B186-3B05-C09115A0D6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5054" y="1864057"/>
            <a:ext cx="1941359" cy="2314243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F2E80F8B-0A77-C242-7DBA-36FB506E26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8110" y="4049712"/>
            <a:ext cx="8477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69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86E0A8-1406-DB6A-C33E-901B3F44FE0A}"/>
              </a:ext>
            </a:extLst>
          </p:cNvPr>
          <p:cNvSpPr txBox="1">
            <a:spLocks/>
          </p:cNvSpPr>
          <p:nvPr/>
        </p:nvSpPr>
        <p:spPr>
          <a:xfrm>
            <a:off x="895549" y="1527467"/>
            <a:ext cx="2081447" cy="2768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/>
              <a:t>메모리의 구조</a:t>
            </a:r>
            <a:endParaRPr lang="en-US" altLang="ko-KR" sz="2000" dirty="0"/>
          </a:p>
        </p:txBody>
      </p:sp>
      <p:sp>
        <p:nvSpPr>
          <p:cNvPr id="11" name="내용 개체 틀 6">
            <a:extLst>
              <a:ext uri="{FF2B5EF4-FFF2-40B4-BE49-F238E27FC236}">
                <a16:creationId xmlns:a16="http://schemas.microsoft.com/office/drawing/2014/main" id="{6A4F9F22-580F-4426-5A69-84A3F28DB5A4}"/>
              </a:ext>
            </a:extLst>
          </p:cNvPr>
          <p:cNvSpPr txBox="1">
            <a:spLocks/>
          </p:cNvSpPr>
          <p:nvPr/>
        </p:nvSpPr>
        <p:spPr>
          <a:xfrm>
            <a:off x="4215692" y="1527467"/>
            <a:ext cx="1733103" cy="2768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/>
              <a:t>malloc, free</a:t>
            </a:r>
          </a:p>
        </p:txBody>
      </p:sp>
      <p:sp>
        <p:nvSpPr>
          <p:cNvPr id="14" name="내용 개체 틀 6">
            <a:extLst>
              <a:ext uri="{FF2B5EF4-FFF2-40B4-BE49-F238E27FC236}">
                <a16:creationId xmlns:a16="http://schemas.microsoft.com/office/drawing/2014/main" id="{87909FA6-F9E2-BA2C-736F-C6A858A6A6D2}"/>
              </a:ext>
            </a:extLst>
          </p:cNvPr>
          <p:cNvSpPr txBox="1">
            <a:spLocks/>
          </p:cNvSpPr>
          <p:nvPr/>
        </p:nvSpPr>
        <p:spPr>
          <a:xfrm>
            <a:off x="4300110" y="3308080"/>
            <a:ext cx="1809552" cy="2768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 err="1"/>
              <a:t>calloc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realloc</a:t>
            </a:r>
            <a:endParaRPr lang="en-US" altLang="ko-KR" sz="2000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7B1BDAC4-3B6D-630D-5D1D-8C640B09F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210" y="788841"/>
            <a:ext cx="6381024" cy="647576"/>
          </a:xfrm>
        </p:spPr>
        <p:txBody>
          <a:bodyPr anchor="ctr">
            <a:normAutofit/>
          </a:bodyPr>
          <a:lstStyle/>
          <a:p>
            <a:r>
              <a:rPr lang="ko-KR" altLang="en-US" sz="2700" dirty="0"/>
              <a:t>메모리 관리와 메모리의 동적 할당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7E300A8-3EEE-A08F-C775-DF05A0C1A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95" y="1955101"/>
            <a:ext cx="1239374" cy="265407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05CCF19-7E8D-638C-756C-D13A5416D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996" y="1850626"/>
            <a:ext cx="4363573" cy="104324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24B9DBF-4AF4-A56E-293B-DC450903F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601" y="3680604"/>
            <a:ext cx="3910374" cy="87615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DB130D8-C9B8-4A3D-A38A-70B8D00739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9540" y="4712740"/>
            <a:ext cx="3792694" cy="89239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31D4FF8-423D-8EC9-DC20-D092A79C87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4870" y="1537587"/>
            <a:ext cx="2492887" cy="1836193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CFE6D92-B130-B36A-A5E7-F33E13CA24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3235" y="2153173"/>
            <a:ext cx="13144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527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</TotalTime>
  <Words>93</Words>
  <Application>Microsoft Office PowerPoint</Application>
  <PresentationFormat>와이드스크린</PresentationFormat>
  <Paragraphs>27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C언어 스터디</vt:lpstr>
      <vt:lpstr>PowerPoint 프레젠테이션</vt:lpstr>
      <vt:lpstr>PowerPoint 프레젠테이션</vt:lpstr>
      <vt:lpstr>구조체</vt:lpstr>
      <vt:lpstr>구조체와 typedef</vt:lpstr>
      <vt:lpstr>파일 입출력</vt:lpstr>
      <vt:lpstr>메모리 관리와 메모리의 동적 할당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 스터디2</dc:title>
  <dc:creator>장현태</dc:creator>
  <cp:lastModifiedBy>현태 장</cp:lastModifiedBy>
  <cp:revision>21</cp:revision>
  <dcterms:created xsi:type="dcterms:W3CDTF">2023-10-10T18:57:03Z</dcterms:created>
  <dcterms:modified xsi:type="dcterms:W3CDTF">2023-11-23T01:40:05Z</dcterms:modified>
</cp:coreProperties>
</file>