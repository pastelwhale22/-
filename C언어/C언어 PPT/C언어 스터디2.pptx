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60"/>
  </p:normalViewPr>
  <p:slideViewPr>
    <p:cSldViewPr snapToGrid="0">
      <p:cViewPr>
        <p:scale>
          <a:sx n="138" d="100"/>
          <a:sy n="138" d="100"/>
        </p:scale>
        <p:origin x="-802" y="-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A0E7A-5483-EF33-C05B-600F0F10B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1DBD6A-1DCD-A349-EF7D-11BAC0F6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5FC7E-E7C6-FCC1-6A05-A1C3496D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B80B87-7372-40AB-1900-D82E641C8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CB5DBF-DB30-02E6-9BD3-ECEF1F843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27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42127C-B06B-F99D-BD93-F99918E04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B2662-104B-E166-6CB3-EC70BA059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A460B9-4ABC-10F9-1477-0AA980DA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3D5596-F644-7232-808B-E8CBDCB5E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9C7501-96F7-F576-9336-5E6FF917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82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90EB3-C226-034E-F4FE-9BB5D3C1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E56FEC-8DD4-F429-A2B6-4AB5EDFFF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005A6D-AC07-4AB3-DD5A-D1CA7D60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92766-E017-D2BC-8E69-37BB90C0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AD43D-8FB9-3029-9764-F280E64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565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C19C26-6A67-8034-72EA-D25552E6E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9B8F5-55EA-DFDF-BE72-E192EAC86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1E907E-D213-4853-3C23-FC80E3B75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ABC68-A4E4-D4D3-9C04-DC66B3DB8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B01BC4-7975-3BAE-F41C-87C529415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8E2F9F-D9BB-9F02-4EEF-1431F87F4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0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686C93-9320-6F03-EDF5-1A4EA52F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086630-D355-E8D3-64CB-CBB757D7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4A51D9-BF9A-8215-A347-915485D0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246442-B17F-4E61-5BAD-1D83BBC1B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145A86-E571-DBEA-18C9-9C09814CA9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FAD2B2-660C-CBF8-0EA0-96497113C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BE1C33D-D384-AD16-29F5-63165E15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A94170-793F-4B47-2DA7-3B99389D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4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EFE628-EBB6-00D0-DCE5-897359C7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2E6FD-BF6D-DD5E-3CFC-F6B3D1C3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2E3C8F9-7F33-434E-BFC3-74F3BB0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7965C0-B3C2-4681-7FCA-AD9F0904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984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813925-06A1-A723-6B2F-BECDC7E3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03152-6ADE-DBE8-78AA-1A2A3743C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CA97C5-02F1-91A7-DD4F-4C64DBAF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2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5EC769-AE48-A4C3-18F5-DDC007912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366B-C70B-9DCE-4A47-8BF7912ED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DEC8D2-B477-0A56-F3EE-118C2303B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974C80-E605-7EC7-6DBE-4BFB9C1F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52A7F6-C908-1258-ED3D-9AF1A0E1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0F4440-25AE-D283-AA75-79438D7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299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632DB-A34B-F411-FE6B-F82F4F36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4BD035-C3E6-4DFA-9F65-F560EF58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14A8B-39A2-645C-8B42-680106797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5ADBED-E802-9A89-BD0B-0C9ED10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00D7C4-DFCF-3F18-BA22-9240527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BF89B1-7E2F-AF9F-639F-1507E2A1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29E23-079A-307A-2B8C-D0520C901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5BFAF1-8757-F3E4-B793-9B2093E17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582A9-C490-6B5F-165A-01BB906C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F0AAA3-84D7-CADC-E919-E09C196D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738CC3-4F02-40A6-52B0-268B63C8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5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1F66728-12AC-2939-9C7E-0F30E7729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88D0A-EC69-FEB7-35EB-7E2B0E3D5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3F949-8812-EE8D-2B43-87AF69ED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DA76B5-C54A-017B-61A4-01B0C38B1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A07253-BC8E-AA0C-5619-818C04F0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3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E9339E6-0839-959C-B839-877524316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066227-1FCC-E001-979B-041AEC1DC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9FE5-CF44-CE60-1BC4-C193AC661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9F76D-672B-41A3-A5B5-9A8003EB57F1}" type="datetimeFigureOut">
              <a:rPr lang="ko-KR" altLang="en-US" smtClean="0"/>
              <a:t>2023-10-12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F258A-F9D2-4493-A309-CB5140B1E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09EC06-0C43-3C93-63DD-44BB3C2AE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ED1F3F-DAC0-4B29-9215-2B257C34C6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85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Triangle 3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B3ED0D-3C84-2C86-61F5-E348924F7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11500"/>
              <a:t>C</a:t>
            </a:r>
            <a:r>
              <a:rPr lang="ko-KR" altLang="en-US" sz="11500"/>
              <a:t>언어 스터디</a:t>
            </a:r>
            <a:r>
              <a:rPr lang="en-US" altLang="ko-KR" sz="11500"/>
              <a:t>2</a:t>
            </a:r>
            <a:endParaRPr lang="ko-KR" altLang="en-US" sz="115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E43EA1-5539-796D-E92C-AAED120C2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ko-KR" altLang="en-US" dirty="0"/>
              <a:t>챕터</a:t>
            </a:r>
            <a:r>
              <a:rPr lang="en-US" altLang="ko-KR" dirty="0"/>
              <a:t>6 ~</a:t>
            </a:r>
            <a:r>
              <a:rPr lang="ko-KR" altLang="en-US" dirty="0"/>
              <a:t>챕터</a:t>
            </a:r>
            <a:r>
              <a:rPr lang="en-US" altLang="ko-KR" dirty="0"/>
              <a:t>10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80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5A7F63-B86C-B2E6-2447-B8C4F77CC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562" y="736757"/>
            <a:ext cx="5229860" cy="685473"/>
          </a:xfrm>
        </p:spPr>
        <p:txBody>
          <a:bodyPr anchor="ctr">
            <a:normAutofit fontScale="90000"/>
          </a:bodyPr>
          <a:lstStyle/>
          <a:p>
            <a:r>
              <a:rPr lang="en-US" altLang="ko-KR" sz="4200" dirty="0" err="1"/>
              <a:t>printf</a:t>
            </a:r>
            <a:r>
              <a:rPr lang="ko-KR" altLang="en-US" sz="4200" dirty="0"/>
              <a:t>함수와 </a:t>
            </a:r>
            <a:r>
              <a:rPr lang="en-US" altLang="ko-KR" sz="4200" dirty="0" err="1"/>
              <a:t>scanf</a:t>
            </a:r>
            <a:r>
              <a:rPr lang="ko-KR" altLang="en-US" sz="4200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45D30-6491-88B7-1EF8-8E655DC07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684" y="1706337"/>
            <a:ext cx="4241980" cy="4063528"/>
          </a:xfrm>
        </p:spPr>
        <p:txBody>
          <a:bodyPr anchor="t">
            <a:normAutofit/>
          </a:bodyPr>
          <a:lstStyle/>
          <a:p>
            <a:r>
              <a:rPr lang="en-US" altLang="ko-KR" sz="2400" dirty="0" err="1"/>
              <a:t>printf</a:t>
            </a:r>
            <a:r>
              <a:rPr lang="ko-KR" altLang="en-US" sz="2400" dirty="0"/>
              <a:t>함수 서식문자</a:t>
            </a:r>
            <a:r>
              <a:rPr lang="en-US" altLang="ko-KR" sz="1800" dirty="0"/>
              <a:t>(%f,</a:t>
            </a:r>
            <a:r>
              <a:rPr lang="ko-KR" altLang="en-US" sz="1800" dirty="0"/>
              <a:t> </a:t>
            </a:r>
            <a:r>
              <a:rPr lang="en-US" altLang="ko-KR" sz="1800" dirty="0"/>
              <a:t>%e,</a:t>
            </a:r>
            <a:r>
              <a:rPr lang="ko-KR" altLang="en-US" sz="1800" dirty="0"/>
              <a:t> </a:t>
            </a:r>
            <a:r>
              <a:rPr lang="en-US" altLang="ko-KR" sz="1800" dirty="0"/>
              <a:t>%g)</a:t>
            </a:r>
            <a:endParaRPr lang="ko-KR" altLang="en-US" sz="18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D28A9369-62DD-F0E9-BF6D-04FE2C07CDD1}"/>
              </a:ext>
            </a:extLst>
          </p:cNvPr>
          <p:cNvSpPr txBox="1">
            <a:spLocks/>
          </p:cNvSpPr>
          <p:nvPr/>
        </p:nvSpPr>
        <p:spPr>
          <a:xfrm>
            <a:off x="5151664" y="1706337"/>
            <a:ext cx="4241980" cy="40635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 err="1"/>
              <a:t>scanf</a:t>
            </a:r>
            <a:r>
              <a:rPr lang="ko-KR" altLang="en-US" sz="2400" dirty="0"/>
              <a:t>함수 서식문자</a:t>
            </a:r>
            <a:r>
              <a:rPr lang="en-US" altLang="ko-KR" sz="1800" dirty="0"/>
              <a:t>(%f,</a:t>
            </a:r>
            <a:r>
              <a:rPr lang="ko-KR" altLang="en-US" sz="1800" dirty="0"/>
              <a:t> </a:t>
            </a:r>
            <a:r>
              <a:rPr lang="en-US" altLang="ko-KR" sz="1800" dirty="0"/>
              <a:t>%e,</a:t>
            </a:r>
            <a:r>
              <a:rPr lang="ko-KR" altLang="en-US" sz="1800" dirty="0"/>
              <a:t> </a:t>
            </a:r>
            <a:r>
              <a:rPr lang="en-US" altLang="ko-KR" sz="1800" dirty="0"/>
              <a:t>%g)</a:t>
            </a:r>
          </a:p>
          <a:p>
            <a:pPr marL="0" indent="0">
              <a:buNone/>
            </a:pPr>
            <a:r>
              <a:rPr lang="en-US" altLang="ko-KR" sz="1500" dirty="0"/>
              <a:t>float</a:t>
            </a:r>
            <a:r>
              <a:rPr lang="ko-KR" altLang="en-US" sz="1500" dirty="0"/>
              <a:t>형 데이터를 입력 받겠다는 의미가 같다</a:t>
            </a:r>
          </a:p>
        </p:txBody>
      </p:sp>
      <p:pic>
        <p:nvPicPr>
          <p:cNvPr id="6" name="그림 5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2FC61E0D-5A35-D426-3D3D-095A17AB1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506" y="2405012"/>
            <a:ext cx="3083579" cy="3103966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AC3C5542-EFFF-019B-A573-0284E2F824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843" y="2678044"/>
            <a:ext cx="2367219" cy="2225800"/>
          </a:xfrm>
          <a:prstGeom prst="rect">
            <a:avLst/>
          </a:prstGeom>
        </p:spPr>
      </p:pic>
      <p:pic>
        <p:nvPicPr>
          <p:cNvPr id="11" name="그림 10" descr="텍스트, 폰트, 스크린샷, 디자인이(가) 표시된 사진&#10;&#10;자동 생성된 설명">
            <a:extLst>
              <a:ext uri="{FF2B5EF4-FFF2-40B4-BE49-F238E27FC236}">
                <a16:creationId xmlns:a16="http://schemas.microsoft.com/office/drawing/2014/main" id="{485CE6AA-F420-A235-16A1-621670BAE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2301" y="2691297"/>
            <a:ext cx="2267921" cy="1315645"/>
          </a:xfrm>
          <a:prstGeom prst="rect">
            <a:avLst/>
          </a:prstGeom>
        </p:spPr>
      </p:pic>
      <p:pic>
        <p:nvPicPr>
          <p:cNvPr id="14" name="그림 13" descr="텍스트, 폰트, 라인, 스크린샷이(가) 표시된 사진&#10;&#10;자동 생성된 설명">
            <a:extLst>
              <a:ext uri="{FF2B5EF4-FFF2-40B4-BE49-F238E27FC236}">
                <a16:creationId xmlns:a16="http://schemas.microsoft.com/office/drawing/2014/main" id="{6063CC53-B88C-1020-FC5F-68CEAF98F1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936" y="4651512"/>
            <a:ext cx="1553325" cy="1346215"/>
          </a:xfrm>
          <a:prstGeom prst="rect">
            <a:avLst/>
          </a:prstGeom>
        </p:spPr>
      </p:pic>
      <p:pic>
        <p:nvPicPr>
          <p:cNvPr id="16" name="그림 15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C897A1CA-FFCA-E7E7-B5E5-7AEAAD86BC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5847" y="4327070"/>
            <a:ext cx="2453686" cy="172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2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01607B-AE6B-49D9-60B1-6461635C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238" y="715086"/>
            <a:ext cx="4124157" cy="424970"/>
          </a:xfrm>
        </p:spPr>
        <p:txBody>
          <a:bodyPr anchor="ctr">
            <a:noAutofit/>
          </a:bodyPr>
          <a:lstStyle/>
          <a:p>
            <a:r>
              <a:rPr lang="ko-KR" altLang="en-US" sz="4000" dirty="0" err="1"/>
              <a:t>반복문</a:t>
            </a:r>
            <a:endParaRPr lang="ko-KR" altLang="en-US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098DF1-1832-5AE0-4C61-F8B4C3404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036" y="1515952"/>
            <a:ext cx="4038972" cy="4432484"/>
          </a:xfrm>
        </p:spPr>
        <p:txBody>
          <a:bodyPr anchor="t">
            <a:normAutofit/>
          </a:bodyPr>
          <a:lstStyle/>
          <a:p>
            <a:r>
              <a:rPr lang="en-US" altLang="ko-KR" sz="2400" dirty="0"/>
              <a:t>For</a:t>
            </a:r>
            <a:r>
              <a:rPr lang="ko-KR" altLang="en-US" sz="2400" dirty="0"/>
              <a:t>문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1500" dirty="0"/>
              <a:t> for(</a:t>
            </a:r>
            <a:r>
              <a:rPr lang="ko-KR" altLang="en-US" sz="1500" dirty="0" err="1"/>
              <a:t>초기식</a:t>
            </a:r>
            <a:r>
              <a:rPr lang="ko-KR" altLang="en-US" sz="1500" dirty="0"/>
              <a:t> </a:t>
            </a:r>
            <a:r>
              <a:rPr lang="en-US" altLang="ko-KR" sz="1500" dirty="0"/>
              <a:t>; </a:t>
            </a:r>
            <a:r>
              <a:rPr lang="ko-KR" altLang="en-US" sz="1500" dirty="0"/>
              <a:t>조건식 </a:t>
            </a:r>
            <a:r>
              <a:rPr lang="en-US" altLang="ko-KR" sz="1500" dirty="0"/>
              <a:t>; </a:t>
            </a:r>
            <a:r>
              <a:rPr lang="ko-KR" altLang="en-US" sz="1500" dirty="0" err="1"/>
              <a:t>증감식</a:t>
            </a:r>
            <a:r>
              <a:rPr lang="en-US" altLang="ko-KR" sz="1500" dirty="0"/>
              <a:t>) </a:t>
            </a:r>
            <a:endParaRPr lang="ko-KR" altLang="en-US" sz="15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CDCE4A8-82BE-6C36-7DD5-64E10B0E4A91}"/>
              </a:ext>
            </a:extLst>
          </p:cNvPr>
          <p:cNvSpPr txBox="1">
            <a:spLocks/>
          </p:cNvSpPr>
          <p:nvPr/>
        </p:nvSpPr>
        <p:spPr>
          <a:xfrm>
            <a:off x="1004667" y="1497945"/>
            <a:ext cx="4038972" cy="4432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/>
              <a:t>While</a:t>
            </a:r>
            <a:r>
              <a:rPr lang="ko-KR" altLang="en-US" sz="2400" dirty="0"/>
              <a:t>문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do~while</a:t>
            </a:r>
            <a:r>
              <a:rPr lang="ko-KR" altLang="en-US" sz="2400" dirty="0"/>
              <a:t>문</a:t>
            </a:r>
            <a:endParaRPr lang="en-US" altLang="ko-KR" sz="2400" dirty="0"/>
          </a:p>
          <a:p>
            <a:endParaRPr lang="ko-KR" altLang="en-US" sz="2400" dirty="0"/>
          </a:p>
        </p:txBody>
      </p:sp>
      <p:pic>
        <p:nvPicPr>
          <p:cNvPr id="7" name="그림 6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C0879A8F-1E41-70E8-D32D-9B0B771F1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227" y="2125111"/>
            <a:ext cx="2738167" cy="2163337"/>
          </a:xfrm>
          <a:prstGeom prst="rect">
            <a:avLst/>
          </a:prstGeom>
        </p:spPr>
      </p:pic>
      <p:pic>
        <p:nvPicPr>
          <p:cNvPr id="11" name="그림 10" descr="텍스트, 스크린샷이(가) 표시된 사진&#10;&#10;자동 생성된 설명">
            <a:extLst>
              <a:ext uri="{FF2B5EF4-FFF2-40B4-BE49-F238E27FC236}">
                <a16:creationId xmlns:a16="http://schemas.microsoft.com/office/drawing/2014/main" id="{30F68C41-4631-46A3-801E-AF09515D9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632" y="1825435"/>
            <a:ext cx="2599970" cy="2402670"/>
          </a:xfrm>
          <a:prstGeom prst="rect">
            <a:avLst/>
          </a:prstGeom>
        </p:spPr>
      </p:pic>
      <p:pic>
        <p:nvPicPr>
          <p:cNvPr id="14" name="그림 13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CD5E22B9-79D3-3C13-6CFF-CEA87564D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684" y="2294959"/>
            <a:ext cx="2915438" cy="2800355"/>
          </a:xfrm>
          <a:prstGeom prst="rect">
            <a:avLst/>
          </a:prstGeom>
        </p:spPr>
      </p:pic>
      <p:pic>
        <p:nvPicPr>
          <p:cNvPr id="16" name="그림 1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F4EC7A75-4993-B142-8FE2-4882FB4567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632" y="4549837"/>
            <a:ext cx="2599970" cy="143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451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34E195-173F-421F-B470-E059F783D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60" y="771849"/>
            <a:ext cx="6740253" cy="557769"/>
          </a:xfrm>
        </p:spPr>
        <p:txBody>
          <a:bodyPr anchor="ctr">
            <a:noAutofit/>
          </a:bodyPr>
          <a:lstStyle/>
          <a:p>
            <a:r>
              <a:rPr lang="ko-KR" altLang="en-US" sz="4000" dirty="0"/>
              <a:t>조건문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9AB474-9A95-51E1-6640-968734EE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0421" y="1522656"/>
            <a:ext cx="3866424" cy="1858235"/>
          </a:xfrm>
        </p:spPr>
        <p:txBody>
          <a:bodyPr anchor="t">
            <a:noAutofit/>
          </a:bodyPr>
          <a:lstStyle/>
          <a:p>
            <a:r>
              <a:rPr lang="ko-KR" altLang="en-US" sz="1200" dirty="0"/>
              <a:t>조건 연산자</a:t>
            </a:r>
            <a:r>
              <a:rPr lang="en-US" altLang="ko-KR" sz="1200" dirty="0"/>
              <a:t>: </a:t>
            </a:r>
            <a:r>
              <a:rPr lang="ko-KR" altLang="en-US" sz="1200" dirty="0"/>
              <a:t>피 연산자가 세 개인 ‘삼 항 연산자’</a:t>
            </a:r>
            <a:endParaRPr lang="en-US" altLang="ko-KR" sz="1200" dirty="0"/>
          </a:p>
          <a:p>
            <a:pPr marL="0" indent="0">
              <a:buNone/>
            </a:pPr>
            <a:endParaRPr lang="ko-KR" altLang="en-US" sz="1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CACC8BCA-E535-D558-2556-31DE6E1F3C3B}"/>
              </a:ext>
            </a:extLst>
          </p:cNvPr>
          <p:cNvSpPr txBox="1">
            <a:spLocks/>
          </p:cNvSpPr>
          <p:nvPr/>
        </p:nvSpPr>
        <p:spPr>
          <a:xfrm>
            <a:off x="1180421" y="3594182"/>
            <a:ext cx="3866424" cy="26837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500" dirty="0"/>
              <a:t>break</a:t>
            </a:r>
            <a:r>
              <a:rPr lang="ko-KR" altLang="en-US" sz="1500" dirty="0"/>
              <a:t>문</a:t>
            </a:r>
            <a:r>
              <a:rPr lang="en-US" altLang="ko-KR" sz="1500" dirty="0"/>
              <a:t>, continue</a:t>
            </a:r>
            <a:r>
              <a:rPr lang="ko-KR" altLang="en-US" sz="1500" dirty="0"/>
              <a:t>문</a:t>
            </a:r>
            <a:endParaRPr lang="en-US" altLang="ko-KR" sz="1500" dirty="0"/>
          </a:p>
          <a:p>
            <a:endParaRPr lang="ko-KR" altLang="en-US" sz="15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27B7BDC-163B-1587-044F-5F67534BCA08}"/>
              </a:ext>
            </a:extLst>
          </p:cNvPr>
          <p:cNvSpPr txBox="1">
            <a:spLocks/>
          </p:cNvSpPr>
          <p:nvPr/>
        </p:nvSpPr>
        <p:spPr>
          <a:xfrm>
            <a:off x="5306948" y="1518751"/>
            <a:ext cx="2653393" cy="4150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switch</a:t>
            </a:r>
            <a:r>
              <a:rPr lang="ko-KR" altLang="en-US" sz="2000" dirty="0"/>
              <a:t>문</a:t>
            </a:r>
          </a:p>
        </p:txBody>
      </p:sp>
      <p:pic>
        <p:nvPicPr>
          <p:cNvPr id="7" name="그림 6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DEDE667-8B36-9749-69C7-16AA61F8D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263" y="1842069"/>
            <a:ext cx="2630433" cy="1381278"/>
          </a:xfrm>
          <a:prstGeom prst="rect">
            <a:avLst/>
          </a:prstGeom>
        </p:spPr>
      </p:pic>
      <p:pic>
        <p:nvPicPr>
          <p:cNvPr id="11" name="그림 10" descr="텍스트, 폰트, 스크린샷, 번호이(가) 표시된 사진&#10;&#10;자동 생성된 설명">
            <a:extLst>
              <a:ext uri="{FF2B5EF4-FFF2-40B4-BE49-F238E27FC236}">
                <a16:creationId xmlns:a16="http://schemas.microsoft.com/office/drawing/2014/main" id="{66A107C0-807A-9A89-423C-4380FBD795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589" y="1815927"/>
            <a:ext cx="815331" cy="831423"/>
          </a:xfrm>
          <a:prstGeom prst="rect">
            <a:avLst/>
          </a:prstGeom>
        </p:spPr>
      </p:pic>
      <p:pic>
        <p:nvPicPr>
          <p:cNvPr id="14" name="그림 13" descr="텍스트, 폰트, 스크린샷, 타이포그래피이(가) 표시된 사진&#10;&#10;자동 생성된 설명">
            <a:extLst>
              <a:ext uri="{FF2B5EF4-FFF2-40B4-BE49-F238E27FC236}">
                <a16:creationId xmlns:a16="http://schemas.microsoft.com/office/drawing/2014/main" id="{F79FB501-D841-AC41-6EAD-E117DCD110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060" y="2656804"/>
            <a:ext cx="820302" cy="793318"/>
          </a:xfrm>
          <a:prstGeom prst="rect">
            <a:avLst/>
          </a:prstGeom>
        </p:spPr>
      </p:pic>
      <p:pic>
        <p:nvPicPr>
          <p:cNvPr id="16" name="그림 15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DFC55F89-9090-9C21-6738-3BF047898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467" y="3949812"/>
            <a:ext cx="2127963" cy="1808770"/>
          </a:xfrm>
          <a:prstGeom prst="rect">
            <a:avLst/>
          </a:prstGeom>
        </p:spPr>
      </p:pic>
      <p:pic>
        <p:nvPicPr>
          <p:cNvPr id="18" name="그림 17" descr="텍스트, 스크린샷, 소프트웨어, 폰트이(가) 표시된 사진&#10;&#10;자동 생성된 설명">
            <a:extLst>
              <a:ext uri="{FF2B5EF4-FFF2-40B4-BE49-F238E27FC236}">
                <a16:creationId xmlns:a16="http://schemas.microsoft.com/office/drawing/2014/main" id="{69758FAD-9B99-EFE9-516B-F210B00151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579" y="3949812"/>
            <a:ext cx="1769483" cy="1858235"/>
          </a:xfrm>
          <a:prstGeom prst="rect">
            <a:avLst/>
          </a:prstGeom>
        </p:spPr>
      </p:pic>
      <p:pic>
        <p:nvPicPr>
          <p:cNvPr id="20" name="그림 19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9C9F0E38-64E6-8325-2F75-10BB00AB7E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586" y="1952893"/>
            <a:ext cx="2222209" cy="3615236"/>
          </a:xfrm>
          <a:prstGeom prst="rect">
            <a:avLst/>
          </a:prstGeom>
        </p:spPr>
      </p:pic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538741AA-E30C-4FF4-C9B9-57C09045D1A6}"/>
              </a:ext>
            </a:extLst>
          </p:cNvPr>
          <p:cNvSpPr txBox="1">
            <a:spLocks/>
          </p:cNvSpPr>
          <p:nvPr/>
        </p:nvSpPr>
        <p:spPr>
          <a:xfrm>
            <a:off x="7743011" y="1474870"/>
            <a:ext cx="3653409" cy="41508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err="1"/>
              <a:t>goto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1000" dirty="0"/>
              <a:t>프로그램의 흐름을 원하는 위치로 이동시킬 때 사용</a:t>
            </a:r>
            <a:endParaRPr lang="en-US" altLang="ko-KR" sz="1000" dirty="0"/>
          </a:p>
          <a:p>
            <a:pPr marL="0" indent="0">
              <a:buNone/>
            </a:pPr>
            <a:r>
              <a:rPr lang="ko-KR" altLang="en-US" sz="1000" dirty="0"/>
              <a:t>위치지정에 레이블을 사용하여 이동한다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25" name="그림 2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33D896BA-B7F5-E499-1603-6F8EB625B4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057" y="2747409"/>
            <a:ext cx="2595300" cy="272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99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644ACD-D8CB-2046-FAA4-12EB1E8A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910" y="788841"/>
            <a:ext cx="6381024" cy="647576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변수와 재귀함수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4D2AC9F-4B29-C140-310C-D51FDDD78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6417"/>
            <a:ext cx="5257800" cy="4740546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지역변수와 전역변수</a:t>
            </a:r>
            <a:endParaRPr lang="en-US" altLang="ko-KR" sz="1800" dirty="0"/>
          </a:p>
        </p:txBody>
      </p:sp>
      <p:sp>
        <p:nvSpPr>
          <p:cNvPr id="9" name="내용 개체 틀 6">
            <a:extLst>
              <a:ext uri="{FF2B5EF4-FFF2-40B4-BE49-F238E27FC236}">
                <a16:creationId xmlns:a16="http://schemas.microsoft.com/office/drawing/2014/main" id="{6C09242B-A0CB-9F9E-BD7B-6ABE0F30D78F}"/>
              </a:ext>
            </a:extLst>
          </p:cNvPr>
          <p:cNvSpPr txBox="1">
            <a:spLocks/>
          </p:cNvSpPr>
          <p:nvPr/>
        </p:nvSpPr>
        <p:spPr>
          <a:xfrm>
            <a:off x="999068" y="4510629"/>
            <a:ext cx="5257800" cy="9847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static </a:t>
            </a:r>
            <a:r>
              <a:rPr lang="ko-KR" altLang="en-US" sz="1800" dirty="0"/>
              <a:t>변수</a:t>
            </a:r>
            <a:r>
              <a:rPr lang="en-US" altLang="ko-KR" sz="1800" dirty="0"/>
              <a:t>(</a:t>
            </a:r>
            <a:r>
              <a:rPr lang="ko-KR" altLang="en-US" sz="1800" dirty="0"/>
              <a:t>지역변수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ko-KR" altLang="en-US" sz="1200" dirty="0"/>
              <a:t>선언된 함수에서만 접근이 가능하다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200" dirty="0"/>
              <a:t>1</a:t>
            </a:r>
            <a:r>
              <a:rPr lang="ko-KR" altLang="en-US" sz="1200" dirty="0"/>
              <a:t>회만 초기화되고 프로그램 종료 시 까지 메모리 공간이 존재한다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 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13" name="그림 12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FF994AF0-E6BE-4E02-566B-E02ED5C32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13" y="1858165"/>
            <a:ext cx="2289762" cy="2569806"/>
          </a:xfrm>
          <a:prstGeom prst="rect">
            <a:avLst/>
          </a:prstGeom>
        </p:spPr>
      </p:pic>
      <p:pic>
        <p:nvPicPr>
          <p:cNvPr id="15" name="그림 14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895C63AA-D7D0-C818-E5AC-3094A3736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7988" y="1858165"/>
            <a:ext cx="2295570" cy="1970886"/>
          </a:xfrm>
          <a:prstGeom prst="rect">
            <a:avLst/>
          </a:prstGeom>
        </p:spPr>
      </p:pic>
      <p:pic>
        <p:nvPicPr>
          <p:cNvPr id="17" name="그림 16" descr="텍스트, 전자제품, 스크린샷, 디스플레이이(가) 표시된 사진&#10;&#10;자동 생성된 설명">
            <a:extLst>
              <a:ext uri="{FF2B5EF4-FFF2-40B4-BE49-F238E27FC236}">
                <a16:creationId xmlns:a16="http://schemas.microsoft.com/office/drawing/2014/main" id="{338E2E57-9809-A78C-88C7-5E9606C755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172" y="4251471"/>
            <a:ext cx="2541762" cy="1878269"/>
          </a:xfrm>
          <a:prstGeom prst="rect">
            <a:avLst/>
          </a:prstGeom>
        </p:spPr>
      </p:pic>
      <p:sp>
        <p:nvSpPr>
          <p:cNvPr id="20" name="내용 개체 틀 6">
            <a:extLst>
              <a:ext uri="{FF2B5EF4-FFF2-40B4-BE49-F238E27FC236}">
                <a16:creationId xmlns:a16="http://schemas.microsoft.com/office/drawing/2014/main" id="{9A279960-8271-E5B5-CBD4-1593CBD820B4}"/>
              </a:ext>
            </a:extLst>
          </p:cNvPr>
          <p:cNvSpPr txBox="1">
            <a:spLocks/>
          </p:cNvSpPr>
          <p:nvPr/>
        </p:nvSpPr>
        <p:spPr>
          <a:xfrm>
            <a:off x="5842021" y="1435962"/>
            <a:ext cx="5257800" cy="2768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/>
              <a:t>재귀함수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en-US" sz="1000" dirty="0"/>
              <a:t>함수 내에서 자기 자신을 다시 호출하는 함수</a:t>
            </a:r>
            <a:r>
              <a:rPr lang="en-US" altLang="ko-KR" sz="1000" dirty="0"/>
              <a:t> 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22" name="그림 21" descr="텍스트, 전자제품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61B0ADD4-3F4D-9844-B834-4EBBA5AA34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678" y="1744364"/>
            <a:ext cx="2170499" cy="2308507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7B6A8F7-3289-80F5-52EA-21292C33AE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663" y="2016406"/>
            <a:ext cx="2340232" cy="205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26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F644ACD-D8CB-2046-FAA4-12EB1E8A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011" y="838324"/>
            <a:ext cx="6805567" cy="859848"/>
          </a:xfrm>
        </p:spPr>
        <p:txBody>
          <a:bodyPr anchor="ctr">
            <a:normAutofit/>
          </a:bodyPr>
          <a:lstStyle/>
          <a:p>
            <a:r>
              <a:rPr lang="en-US" altLang="ko-KR" sz="4000" dirty="0"/>
              <a:t>2</a:t>
            </a:r>
            <a:r>
              <a:rPr lang="ko-KR" altLang="en-US" sz="4000" dirty="0"/>
              <a:t>의 </a:t>
            </a:r>
            <a:r>
              <a:rPr lang="en-US" altLang="ko-KR" sz="4000" dirty="0"/>
              <a:t>n</a:t>
            </a:r>
            <a:r>
              <a:rPr lang="ko-KR" altLang="en-US" sz="4000" dirty="0"/>
              <a:t>승을 구하는 함수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84738A2-66B6-306B-18D5-B43E969EB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883" y="1698172"/>
            <a:ext cx="5345987" cy="3200400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C1C82D8-CF43-279D-6730-02E64817C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1399" y="4993283"/>
            <a:ext cx="2266986" cy="83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07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136</Words>
  <Application>Microsoft Office PowerPoint</Application>
  <PresentationFormat>와이드스크린</PresentationFormat>
  <Paragraphs>26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C언어 스터디2</vt:lpstr>
      <vt:lpstr>printf함수와 scanf함수</vt:lpstr>
      <vt:lpstr>반복문</vt:lpstr>
      <vt:lpstr>조건문</vt:lpstr>
      <vt:lpstr>변수와 재귀함수</vt:lpstr>
      <vt:lpstr>2의 n승을 구하는 함수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 스터디2</dc:title>
  <dc:creator>장현태</dc:creator>
  <cp:lastModifiedBy>현태 장</cp:lastModifiedBy>
  <cp:revision>10</cp:revision>
  <dcterms:created xsi:type="dcterms:W3CDTF">2023-10-10T18:57:03Z</dcterms:created>
  <dcterms:modified xsi:type="dcterms:W3CDTF">2023-10-12T06:40:18Z</dcterms:modified>
</cp:coreProperties>
</file>