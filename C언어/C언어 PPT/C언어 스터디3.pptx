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60"/>
  </p:normalViewPr>
  <p:slideViewPr>
    <p:cSldViewPr snapToGrid="0">
      <p:cViewPr>
        <p:scale>
          <a:sx n="84" d="100"/>
          <a:sy n="84" d="100"/>
        </p:scale>
        <p:origin x="47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A0E7A-5483-EF33-C05B-600F0F10B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1DBD6A-1DCD-A349-EF7D-11BAC0F6B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E5FC7E-E7C6-FCC1-6A05-A1C3496D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B80B87-7372-40AB-1900-D82E641C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CB5DBF-DB30-02E6-9BD3-ECEF1F84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27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2127C-B06B-F99D-BD93-F99918E0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3B2662-104B-E166-6CB3-EC70BA059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A460B9-4ABC-10F9-1477-0AA980DA8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3D5596-F644-7232-808B-E8CBDCB5E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9C7501-96F7-F576-9336-5E6FF917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82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590EB3-C226-034E-F4FE-9BB5D3C1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E56FEC-8DD4-F429-A2B6-4AB5EDFFF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005A6D-AC07-4AB3-DD5A-D1CA7D60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B92766-E017-D2BC-8E69-37BB90C0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5AD43D-8FB9-3029-9764-F280E649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565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19C26-6A67-8034-72EA-D25552E6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29B8F5-55EA-DFDF-BE72-E192EAC86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1E907E-D213-4853-3C23-FC80E3B75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9ABC68-A4E4-D4D3-9C04-DC66B3DB8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B01BC4-7975-3BAE-F41C-87C529415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8E2F9F-D9BB-9F02-4EEF-1431F87F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807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86C93-9320-6F03-EDF5-1A4EA52F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086630-D355-E8D3-64CB-CBB757D76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4A51D9-BF9A-8215-A347-915485D07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246442-B17F-4E61-5BAD-1D83BBC1B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145A86-E571-DBEA-18C9-9C09814CA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FAD2B2-660C-CBF8-0EA0-96497113C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BE1C33D-D384-AD16-29F5-63165E15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A94170-793F-4B47-2DA7-3B99389D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41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FE628-EBB6-00D0-DCE5-897359C7B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32E6FD-BF6D-DD5E-3CFC-F6B3D1C30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E3C8F9-7F33-434E-BFC3-74F3BB061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7965C0-B3C2-4681-7FCA-AD9F0904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984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813925-06A1-A723-6B2F-BECDC7E3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D03152-6ADE-DBE8-78AA-1A2A3743C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CA97C5-02F1-91A7-DD4F-4C64DBAF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12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EC769-AE48-A4C3-18F5-DDC007912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C366B-C70B-9DCE-4A47-8BF7912ED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DEC8D2-B477-0A56-F3EE-118C2303B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974C80-E605-7EC7-6DBE-4BFB9C1F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52A7F6-C908-1258-ED3D-9AF1A0E11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0F4440-25AE-D283-AA75-79438D71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299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632DB-A34B-F411-FE6B-F82F4F36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4BD035-C3E6-4DFA-9F65-F560EF580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B14A8B-39A2-645C-8B42-680106797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5ADBED-E802-9A89-BD0B-0C9ED108F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00D7C4-DFCF-3F18-BA22-92405273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BF89B1-7E2F-AF9F-639F-1507E2A1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46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29E23-079A-307A-2B8C-D0520C901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5BFAF1-8757-F3E4-B793-9B2093E17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D582A9-C490-6B5F-165A-01BB906C7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F0AAA3-84D7-CADC-E919-E09C196D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738CC3-4F02-40A6-52B0-268B63C8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650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F66728-12AC-2939-9C7E-0F30E7729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988D0A-EC69-FEB7-35EB-7E2B0E3D5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A3F949-8812-EE8D-2B43-87AF69ED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DA76B5-C54A-017B-61A4-01B0C38B1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A07253-BC8E-AA0C-5619-818C04F0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3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E9339E6-0839-959C-B839-877524316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066227-1FCC-E001-979B-041AEC1DC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9FE5-CF44-CE60-1BC4-C193AC661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9F76D-672B-41A3-A5B5-9A8003EB57F1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AF258A-F9D2-4493-A309-CB5140B1E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9EC06-0C43-3C93-63DD-44BB3C2AE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85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B3ED0D-3C84-2C86-61F5-E348924F7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altLang="ko-KR" sz="11500" dirty="0"/>
              <a:t>C</a:t>
            </a:r>
            <a:r>
              <a:rPr lang="ko-KR" altLang="en-US" sz="11500" dirty="0"/>
              <a:t>언어 스터디</a:t>
            </a:r>
            <a:r>
              <a:rPr lang="en-US" altLang="ko-KR" sz="11500" dirty="0"/>
              <a:t>3</a:t>
            </a:r>
            <a:endParaRPr lang="ko-KR" altLang="en-US" sz="115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E43EA1-5539-796D-E92C-AAED120C2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ko-KR" altLang="en-US" dirty="0"/>
              <a:t>챕터</a:t>
            </a:r>
            <a:r>
              <a:rPr lang="en-US" altLang="ko-KR" dirty="0"/>
              <a:t>11 ~</a:t>
            </a:r>
            <a:r>
              <a:rPr lang="ko-KR" altLang="en-US" dirty="0"/>
              <a:t>챕터</a:t>
            </a:r>
            <a:r>
              <a:rPr lang="en-US" altLang="ko-KR" dirty="0"/>
              <a:t>15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380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5A7F63-B86C-B2E6-2447-B8C4F77CC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562" y="736757"/>
            <a:ext cx="5229860" cy="685473"/>
          </a:xfrm>
        </p:spPr>
        <p:txBody>
          <a:bodyPr anchor="ctr">
            <a:normAutofit/>
          </a:bodyPr>
          <a:lstStyle/>
          <a:p>
            <a:r>
              <a:rPr lang="ko-KR" altLang="en-US" sz="4200" dirty="0"/>
              <a:t>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345D30-6491-88B7-1EF8-8E655DC07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684" y="1418662"/>
            <a:ext cx="3596807" cy="333088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1</a:t>
            </a:r>
            <a:r>
              <a:rPr lang="ko-KR" altLang="en-US" sz="2000" dirty="0"/>
              <a:t>차원배열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28A9369-62DD-F0E9-BF6D-04FE2C07CDD1}"/>
              </a:ext>
            </a:extLst>
          </p:cNvPr>
          <p:cNvSpPr txBox="1">
            <a:spLocks/>
          </p:cNvSpPr>
          <p:nvPr/>
        </p:nvSpPr>
        <p:spPr>
          <a:xfrm>
            <a:off x="8013142" y="1409042"/>
            <a:ext cx="3230225" cy="2998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/>
              <a:t>char</a:t>
            </a:r>
            <a:r>
              <a:rPr lang="ko-KR" altLang="en-US" sz="2000" dirty="0"/>
              <a:t>형 배열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123E87B-4403-0869-8FAE-C814D10D3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08" y="1767016"/>
            <a:ext cx="3384979" cy="298253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5A30186-5E38-BF04-EBD8-E949F81F9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217" y="1751512"/>
            <a:ext cx="3151976" cy="2665184"/>
          </a:xfrm>
          <a:prstGeom prst="rect">
            <a:avLst/>
          </a:prstGeom>
        </p:spPr>
      </p:pic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C2CF25B4-046E-62E9-8E9E-93B3036C55A0}"/>
              </a:ext>
            </a:extLst>
          </p:cNvPr>
          <p:cNvSpPr txBox="1">
            <a:spLocks/>
          </p:cNvSpPr>
          <p:nvPr/>
        </p:nvSpPr>
        <p:spPr>
          <a:xfrm>
            <a:off x="4479458" y="1418395"/>
            <a:ext cx="3230225" cy="2998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 err="1"/>
              <a:t>scanf</a:t>
            </a:r>
            <a:r>
              <a:rPr lang="ko-KR" altLang="en-US" sz="2000" dirty="0"/>
              <a:t>형 배열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D3243FFC-BE8E-9FBF-A30C-E769906FF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487" y="1751512"/>
            <a:ext cx="3605495" cy="195421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67E7BB77-8DD3-A629-5DEB-60BF7748E1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107" y="3720569"/>
            <a:ext cx="3603875" cy="179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24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201607B-AE6B-49D9-60B1-6461635CA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238" y="715085"/>
            <a:ext cx="5498997" cy="477749"/>
          </a:xfrm>
        </p:spPr>
        <p:txBody>
          <a:bodyPr anchor="ctr">
            <a:noAutofit/>
          </a:bodyPr>
          <a:lstStyle/>
          <a:p>
            <a:r>
              <a:rPr lang="ko-KR" altLang="en-US" sz="4000" dirty="0"/>
              <a:t>포인터</a:t>
            </a:r>
            <a:r>
              <a:rPr lang="en-US" altLang="ko-KR" sz="1200" dirty="0"/>
              <a:t>(</a:t>
            </a:r>
            <a:r>
              <a:rPr lang="ko-KR" altLang="en-US" sz="1200" dirty="0"/>
              <a:t>정수 형태의 주소 값을 저장하는 목적으로 선언되는 것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098DF1-1832-5AE0-4C61-F8B4C3404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667" y="2517326"/>
            <a:ext cx="4038972" cy="3625589"/>
          </a:xfrm>
        </p:spPr>
        <p:txBody>
          <a:bodyPr anchor="t">
            <a:normAutofit/>
          </a:bodyPr>
          <a:lstStyle/>
          <a:p>
            <a:r>
              <a:rPr lang="en-US" altLang="ko-KR" sz="2000" dirty="0"/>
              <a:t>&amp;</a:t>
            </a:r>
            <a:r>
              <a:rPr lang="ko-KR" altLang="en-US" sz="2000" dirty="0"/>
              <a:t>연산자</a:t>
            </a:r>
            <a:endParaRPr lang="en-US" altLang="ko-KR" sz="20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CDCE4A8-82BE-6C36-7DD5-64E10B0E4A91}"/>
              </a:ext>
            </a:extLst>
          </p:cNvPr>
          <p:cNvSpPr txBox="1">
            <a:spLocks/>
          </p:cNvSpPr>
          <p:nvPr/>
        </p:nvSpPr>
        <p:spPr>
          <a:xfrm>
            <a:off x="1004667" y="1497945"/>
            <a:ext cx="4038972" cy="9275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포인터 변수 선언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2C6BB0B-1909-100C-81C9-5230B0AD7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08" y="1887917"/>
            <a:ext cx="4038972" cy="495290"/>
          </a:xfrm>
          <a:prstGeom prst="rect">
            <a:avLst/>
          </a:prstGeom>
        </p:spPr>
      </p:pic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0435F33A-55B5-E537-692A-16FC3F644DE6}"/>
              </a:ext>
            </a:extLst>
          </p:cNvPr>
          <p:cNvSpPr txBox="1">
            <a:spLocks/>
          </p:cNvSpPr>
          <p:nvPr/>
        </p:nvSpPr>
        <p:spPr>
          <a:xfrm>
            <a:off x="5043639" y="2469587"/>
            <a:ext cx="4038972" cy="36255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*</a:t>
            </a:r>
            <a:r>
              <a:rPr lang="ko-KR" altLang="en-US" sz="2000" dirty="0"/>
              <a:t>연산자</a:t>
            </a:r>
            <a:endParaRPr lang="en-US" altLang="ko-KR" sz="2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C8CA4E1-67F9-77E6-3617-EA0678236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044" y="2804629"/>
            <a:ext cx="3291840" cy="291795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8C78552-F229-6219-5EFE-7DE3BD0F0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966" y="2924822"/>
            <a:ext cx="3934374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451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34E195-173F-421F-B470-E059F783D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060" y="771849"/>
            <a:ext cx="6740253" cy="557769"/>
          </a:xfrm>
        </p:spPr>
        <p:txBody>
          <a:bodyPr anchor="ctr">
            <a:noAutofit/>
          </a:bodyPr>
          <a:lstStyle/>
          <a:p>
            <a:r>
              <a:rPr lang="ko-KR" altLang="en-US" sz="4000" dirty="0"/>
              <a:t>포인터와 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9AB474-9A95-51E1-6640-968734EEA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631" y="1475080"/>
            <a:ext cx="3866424" cy="1858235"/>
          </a:xfrm>
        </p:spPr>
        <p:txBody>
          <a:bodyPr anchor="t">
            <a:noAutofit/>
          </a:bodyPr>
          <a:lstStyle/>
          <a:p>
            <a:r>
              <a:rPr lang="ko-KR" altLang="en-US" sz="1500" dirty="0"/>
              <a:t>포인터연산</a:t>
            </a:r>
            <a:endParaRPr lang="en-US" altLang="ko-KR" sz="1500" dirty="0"/>
          </a:p>
          <a:p>
            <a:pPr marL="0" indent="0">
              <a:buNone/>
            </a:pPr>
            <a:endParaRPr lang="ko-KR" altLang="en-US" sz="10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27B7BDC-163B-1587-044F-5F67534BCA08}"/>
              </a:ext>
            </a:extLst>
          </p:cNvPr>
          <p:cNvSpPr txBox="1">
            <a:spLocks/>
          </p:cNvSpPr>
          <p:nvPr/>
        </p:nvSpPr>
        <p:spPr>
          <a:xfrm>
            <a:off x="7349449" y="1475080"/>
            <a:ext cx="2653393" cy="41508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포인터 배열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6885805-0DD9-98DA-D430-A4C5FB74A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27" y="1775647"/>
            <a:ext cx="3430144" cy="13959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8610A0C-2B65-409D-CAA5-02CE0C38E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522" y="4347963"/>
            <a:ext cx="3358049" cy="152292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1DCD7F4-54FD-1C6C-CFA9-D90EEE326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522" y="2058813"/>
            <a:ext cx="3254115" cy="228915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BB22A49-FB89-E3E2-3494-6C1C2866CF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541" y="1816743"/>
            <a:ext cx="2347977" cy="239478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000890EF-EAB2-2553-CC29-97D8213A1C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3356" y="1775647"/>
            <a:ext cx="1622520" cy="801935"/>
          </a:xfrm>
          <a:prstGeom prst="rect">
            <a:avLst/>
          </a:prstGeom>
        </p:spPr>
      </p:pic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50A98407-6011-E651-B3FE-55DEF0C3C95A}"/>
              </a:ext>
            </a:extLst>
          </p:cNvPr>
          <p:cNvSpPr txBox="1">
            <a:spLocks/>
          </p:cNvSpPr>
          <p:nvPr/>
        </p:nvSpPr>
        <p:spPr>
          <a:xfrm>
            <a:off x="4497046" y="1475080"/>
            <a:ext cx="2887019" cy="25677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500" dirty="0" err="1"/>
              <a:t>arr</a:t>
            </a:r>
            <a:r>
              <a:rPr lang="en-US" altLang="ko-KR" sz="1500" dirty="0"/>
              <a:t>[</a:t>
            </a:r>
            <a:r>
              <a:rPr lang="en-US" altLang="ko-KR" sz="1500" dirty="0" err="1"/>
              <a:t>i</a:t>
            </a:r>
            <a:r>
              <a:rPr lang="en-US" altLang="ko-KR" sz="1500" dirty="0"/>
              <a:t>]==*(</a:t>
            </a:r>
            <a:r>
              <a:rPr lang="en-US" altLang="ko-KR" sz="1500" dirty="0" err="1"/>
              <a:t>arr+i</a:t>
            </a:r>
            <a:r>
              <a:rPr lang="en-US" altLang="ko-KR" sz="15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100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432E1781-E599-45C8-96BB-7F39646909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2879" y="1770952"/>
            <a:ext cx="2965595" cy="189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999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F644ACD-D8CB-2046-FAA4-12EB1E8A3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210" y="788841"/>
            <a:ext cx="6381024" cy="647576"/>
          </a:xfrm>
        </p:spPr>
        <p:txBody>
          <a:bodyPr anchor="ctr">
            <a:normAutofit/>
          </a:bodyPr>
          <a:lstStyle/>
          <a:p>
            <a:r>
              <a:rPr lang="ko-KR" altLang="en-US" sz="4000" dirty="0"/>
              <a:t>포인터와 함수</a:t>
            </a:r>
          </a:p>
        </p:txBody>
      </p:sp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6C09242B-A0CB-9F9E-BD7B-6ABE0F30D78F}"/>
              </a:ext>
            </a:extLst>
          </p:cNvPr>
          <p:cNvSpPr txBox="1">
            <a:spLocks/>
          </p:cNvSpPr>
          <p:nvPr/>
        </p:nvSpPr>
        <p:spPr>
          <a:xfrm>
            <a:off x="6316227" y="1467298"/>
            <a:ext cx="5102630" cy="2681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/>
              <a:t>Call-by-reference </a:t>
            </a:r>
            <a:r>
              <a:rPr lang="ko-KR" altLang="en-US" sz="800" dirty="0"/>
              <a:t>메모리의 접근에 사용되는 주소 값을 전달하는 형태의 함수호출</a:t>
            </a:r>
            <a:endParaRPr lang="en-US" altLang="ko-KR" sz="800" dirty="0"/>
          </a:p>
          <a:p>
            <a:pPr marL="0" indent="0">
              <a:buNone/>
            </a:pPr>
            <a:r>
              <a:rPr lang="ko-KR" altLang="en-US" sz="1000" dirty="0"/>
              <a:t>외부에 선언된 변수에 접근 </a:t>
            </a:r>
            <a:r>
              <a:rPr lang="en-US" altLang="ko-KR" sz="1000" dirty="0"/>
              <a:t>O</a:t>
            </a:r>
            <a:endParaRPr lang="ko-KR" altLang="en-US" sz="1000" dirty="0"/>
          </a:p>
        </p:txBody>
      </p:sp>
      <p:sp>
        <p:nvSpPr>
          <p:cNvPr id="20" name="내용 개체 틀 6">
            <a:extLst>
              <a:ext uri="{FF2B5EF4-FFF2-40B4-BE49-F238E27FC236}">
                <a16:creationId xmlns:a16="http://schemas.microsoft.com/office/drawing/2014/main" id="{9A279960-8271-E5B5-CBD4-1593CBD820B4}"/>
              </a:ext>
            </a:extLst>
          </p:cNvPr>
          <p:cNvSpPr txBox="1">
            <a:spLocks/>
          </p:cNvSpPr>
          <p:nvPr/>
        </p:nvSpPr>
        <p:spPr>
          <a:xfrm>
            <a:off x="979130" y="1586866"/>
            <a:ext cx="4180699" cy="2768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/>
              <a:t>Call-by-value </a:t>
            </a:r>
            <a:r>
              <a:rPr lang="ko-KR" altLang="en-US" sz="800" dirty="0"/>
              <a:t>단순히 값을 전달하는 형태의 함수호출</a:t>
            </a:r>
            <a:endParaRPr lang="en-US" altLang="ko-KR" sz="800" dirty="0"/>
          </a:p>
          <a:p>
            <a:pPr marL="0" indent="0">
              <a:buNone/>
            </a:pPr>
            <a:r>
              <a:rPr lang="ko-KR" altLang="en-US" sz="1000" dirty="0"/>
              <a:t>함수 외부에 선언된 변수에 접근 </a:t>
            </a:r>
            <a:r>
              <a:rPr lang="en-US" altLang="ko-KR" sz="1000" dirty="0"/>
              <a:t>X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B57E67E-F824-C0B5-5F55-B1A60DACE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30" y="2213709"/>
            <a:ext cx="3030562" cy="385545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15DD533-2BCE-74EC-1758-581C4B598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51237"/>
            <a:ext cx="3236549" cy="376634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336C0F3-2267-CECE-6FF2-1C657B733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722" y="2153237"/>
            <a:ext cx="1884880" cy="130983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CF030E6-4F47-FF4A-76D9-9630C7F3C4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718" y="2280656"/>
            <a:ext cx="1989209" cy="136841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6E779CF-1A2B-9051-1CB4-2D67D7E295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7679" y="3427216"/>
            <a:ext cx="2105108" cy="133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69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D14EB4-FF10-B4BA-4DCC-A2228CD81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871" y="829531"/>
            <a:ext cx="5507446" cy="707867"/>
          </a:xfrm>
        </p:spPr>
        <p:txBody>
          <a:bodyPr anchor="ctr">
            <a:normAutofit fontScale="90000"/>
          </a:bodyPr>
          <a:lstStyle/>
          <a:p>
            <a:r>
              <a:rPr lang="ko-KR" altLang="en-US" sz="7200" dirty="0"/>
              <a:t>도전 </a:t>
            </a:r>
            <a:r>
              <a:rPr lang="en-US" altLang="ko-KR" sz="7200" dirty="0"/>
              <a:t>5</a:t>
            </a:r>
            <a:endParaRPr lang="ko-KR" altLang="en-US" sz="7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AF910A-C5C4-680A-36B0-491DDBC03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306" y="2191431"/>
            <a:ext cx="8074815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DB60F6-3DD4-B62A-547F-717F43B4B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240" y="1546399"/>
            <a:ext cx="7190850" cy="468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527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79</Words>
  <Application>Microsoft Office PowerPoint</Application>
  <PresentationFormat>와이드스크린</PresentationFormat>
  <Paragraphs>20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C언어 스터디3</vt:lpstr>
      <vt:lpstr>배열</vt:lpstr>
      <vt:lpstr>포인터(정수 형태의 주소 값을 저장하는 목적으로 선언되는 것)</vt:lpstr>
      <vt:lpstr>포인터와 배열</vt:lpstr>
      <vt:lpstr>포인터와 함수</vt:lpstr>
      <vt:lpstr>도전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 스터디2</dc:title>
  <dc:creator>장현태</dc:creator>
  <cp:lastModifiedBy>현태 장</cp:lastModifiedBy>
  <cp:revision>12</cp:revision>
  <dcterms:created xsi:type="dcterms:W3CDTF">2023-10-10T18:57:03Z</dcterms:created>
  <dcterms:modified xsi:type="dcterms:W3CDTF">2023-10-19T05:27:29Z</dcterms:modified>
</cp:coreProperties>
</file>