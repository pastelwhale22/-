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203FD7-69D9-4945-A1B4-09AD177D210F}" v="21" dt="2023-11-23T02:15:59.2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8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" y="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현태 장" userId="de5e4f8327a3a991" providerId="LiveId" clId="{0C203FD7-69D9-4945-A1B4-09AD177D210F}"/>
    <pc:docChg chg="custSel addSld delSld modSld">
      <pc:chgData name="현태 장" userId="de5e4f8327a3a991" providerId="LiveId" clId="{0C203FD7-69D9-4945-A1B4-09AD177D210F}" dt="2023-11-23T03:46:43.754" v="331" actId="1076"/>
      <pc:docMkLst>
        <pc:docMk/>
      </pc:docMkLst>
      <pc:sldChg chg="delSp del mod">
        <pc:chgData name="현태 장" userId="de5e4f8327a3a991" providerId="LiveId" clId="{0C203FD7-69D9-4945-A1B4-09AD177D210F}" dt="2023-11-23T01:40:39.205" v="14" actId="47"/>
        <pc:sldMkLst>
          <pc:docMk/>
          <pc:sldMk cId="1581724348" sldId="257"/>
        </pc:sldMkLst>
        <pc:picChg chg="del">
          <ac:chgData name="현태 장" userId="de5e4f8327a3a991" providerId="LiveId" clId="{0C203FD7-69D9-4945-A1B4-09AD177D210F}" dt="2023-11-23T01:40:23.877" v="7" actId="478"/>
          <ac:picMkLst>
            <pc:docMk/>
            <pc:sldMk cId="1581724348" sldId="257"/>
            <ac:picMk id="5" creationId="{0AF5D435-3A5F-5B3D-6B67-94FEF3C891A3}"/>
          </ac:picMkLst>
        </pc:picChg>
        <pc:picChg chg="del">
          <ac:chgData name="현태 장" userId="de5e4f8327a3a991" providerId="LiveId" clId="{0C203FD7-69D9-4945-A1B4-09AD177D210F}" dt="2023-11-23T01:40:24.575" v="8" actId="478"/>
          <ac:picMkLst>
            <pc:docMk/>
            <pc:sldMk cId="1581724348" sldId="257"/>
            <ac:picMk id="6" creationId="{E2D33EA3-5624-74D4-1E14-A999AB334617}"/>
          </ac:picMkLst>
        </pc:picChg>
        <pc:picChg chg="del">
          <ac:chgData name="현태 장" userId="de5e4f8327a3a991" providerId="LiveId" clId="{0C203FD7-69D9-4945-A1B4-09AD177D210F}" dt="2023-11-23T01:40:14.356" v="0" actId="478"/>
          <ac:picMkLst>
            <pc:docMk/>
            <pc:sldMk cId="1581724348" sldId="257"/>
            <ac:picMk id="9" creationId="{1A1D4A18-FAC7-5034-AD92-AEFC5DFBA27D}"/>
          </ac:picMkLst>
        </pc:picChg>
        <pc:picChg chg="del">
          <ac:chgData name="현태 장" userId="de5e4f8327a3a991" providerId="LiveId" clId="{0C203FD7-69D9-4945-A1B4-09AD177D210F}" dt="2023-11-23T01:40:16.386" v="1" actId="478"/>
          <ac:picMkLst>
            <pc:docMk/>
            <pc:sldMk cId="1581724348" sldId="257"/>
            <ac:picMk id="13" creationId="{46FF4119-38E2-C4F2-5EF4-DC32B50307E7}"/>
          </ac:picMkLst>
        </pc:picChg>
        <pc:picChg chg="del">
          <ac:chgData name="현태 장" userId="de5e4f8327a3a991" providerId="LiveId" clId="{0C203FD7-69D9-4945-A1B4-09AD177D210F}" dt="2023-11-23T01:40:19.720" v="2" actId="478"/>
          <ac:picMkLst>
            <pc:docMk/>
            <pc:sldMk cId="1581724348" sldId="257"/>
            <ac:picMk id="15" creationId="{39CC9030-E42D-A403-9383-63EA062CE721}"/>
          </ac:picMkLst>
        </pc:picChg>
        <pc:picChg chg="del">
          <ac:chgData name="현태 장" userId="de5e4f8327a3a991" providerId="LiveId" clId="{0C203FD7-69D9-4945-A1B4-09AD177D210F}" dt="2023-11-23T01:40:21.643" v="3" actId="478"/>
          <ac:picMkLst>
            <pc:docMk/>
            <pc:sldMk cId="1581724348" sldId="257"/>
            <ac:picMk id="16" creationId="{025DCDA6-92F0-57A2-7F54-46FB9CBB971F}"/>
          </ac:picMkLst>
        </pc:picChg>
        <pc:picChg chg="del">
          <ac:chgData name="현태 장" userId="de5e4f8327a3a991" providerId="LiveId" clId="{0C203FD7-69D9-4945-A1B4-09AD177D210F}" dt="2023-11-23T01:40:23.323" v="6" actId="478"/>
          <ac:picMkLst>
            <pc:docMk/>
            <pc:sldMk cId="1581724348" sldId="257"/>
            <ac:picMk id="21" creationId="{6A90EC83-9DDF-4638-8E16-38BC222FC90F}"/>
          </ac:picMkLst>
        </pc:picChg>
        <pc:picChg chg="del">
          <ac:chgData name="현태 장" userId="de5e4f8327a3a991" providerId="LiveId" clId="{0C203FD7-69D9-4945-A1B4-09AD177D210F}" dt="2023-11-23T01:40:22.190" v="4" actId="478"/>
          <ac:picMkLst>
            <pc:docMk/>
            <pc:sldMk cId="1581724348" sldId="257"/>
            <ac:picMk id="27" creationId="{231ECDB3-BAC3-37DC-7DEC-70C6018FDE92}"/>
          </ac:picMkLst>
        </pc:picChg>
        <pc:picChg chg="del">
          <ac:chgData name="현태 장" userId="de5e4f8327a3a991" providerId="LiveId" clId="{0C203FD7-69D9-4945-A1B4-09AD177D210F}" dt="2023-11-23T01:40:22.778" v="5" actId="478"/>
          <ac:picMkLst>
            <pc:docMk/>
            <pc:sldMk cId="1581724348" sldId="257"/>
            <ac:picMk id="29" creationId="{1B005BFE-A051-F162-C0C1-D307FFBF42AF}"/>
          </ac:picMkLst>
        </pc:picChg>
      </pc:sldChg>
      <pc:sldChg chg="addSp delSp modSp new mod setBg">
        <pc:chgData name="현태 장" userId="de5e4f8327a3a991" providerId="LiveId" clId="{0C203FD7-69D9-4945-A1B4-09AD177D210F}" dt="2023-11-23T02:11:30.316" v="274" actId="1076"/>
        <pc:sldMkLst>
          <pc:docMk/>
          <pc:sldMk cId="2549479739" sldId="257"/>
        </pc:sldMkLst>
        <pc:spChg chg="mod">
          <ac:chgData name="현태 장" userId="de5e4f8327a3a991" providerId="LiveId" clId="{0C203FD7-69D9-4945-A1B4-09AD177D210F}" dt="2023-11-23T02:01:25.648" v="147" actId="255"/>
          <ac:spMkLst>
            <pc:docMk/>
            <pc:sldMk cId="2549479739" sldId="257"/>
            <ac:spMk id="2" creationId="{4100B268-32E0-29B9-CD6A-C509023E9FBC}"/>
          </ac:spMkLst>
        </pc:spChg>
        <pc:spChg chg="del mod">
          <ac:chgData name="현태 장" userId="de5e4f8327a3a991" providerId="LiveId" clId="{0C203FD7-69D9-4945-A1B4-09AD177D210F}" dt="2023-11-23T02:03:55.483" v="175" actId="22"/>
          <ac:spMkLst>
            <pc:docMk/>
            <pc:sldMk cId="2549479739" sldId="257"/>
            <ac:spMk id="3" creationId="{29EEB842-C5B6-FD91-D167-C09857387786}"/>
          </ac:spMkLst>
        </pc:spChg>
        <pc:spChg chg="add mod">
          <ac:chgData name="현태 장" userId="de5e4f8327a3a991" providerId="LiveId" clId="{0C203FD7-69D9-4945-A1B4-09AD177D210F}" dt="2023-11-23T02:01:37.615" v="149" actId="14100"/>
          <ac:spMkLst>
            <pc:docMk/>
            <pc:sldMk cId="2549479739" sldId="257"/>
            <ac:spMk id="6" creationId="{FEA91284-F63E-9255-1742-0A0C6CB7C6C8}"/>
          </ac:spMkLst>
        </pc:spChg>
        <pc:spChg chg="add">
          <ac:chgData name="현태 장" userId="de5e4f8327a3a991" providerId="LiveId" clId="{0C203FD7-69D9-4945-A1B4-09AD177D210F}" dt="2023-11-23T01:40:55.141" v="16" actId="26606"/>
          <ac:spMkLst>
            <pc:docMk/>
            <pc:sldMk cId="2549479739" sldId="257"/>
            <ac:spMk id="8" creationId="{081EA652-8C6A-4E69-BEB9-170809474553}"/>
          </ac:spMkLst>
        </pc:spChg>
        <pc:spChg chg="add">
          <ac:chgData name="현태 장" userId="de5e4f8327a3a991" providerId="LiveId" clId="{0C203FD7-69D9-4945-A1B4-09AD177D210F}" dt="2023-11-23T01:40:55.141" v="16" actId="26606"/>
          <ac:spMkLst>
            <pc:docMk/>
            <pc:sldMk cId="2549479739" sldId="257"/>
            <ac:spMk id="10" creationId="{5298780A-33B9-4EA2-8F67-DE68AD62841B}"/>
          </ac:spMkLst>
        </pc:spChg>
        <pc:spChg chg="add">
          <ac:chgData name="현태 장" userId="de5e4f8327a3a991" providerId="LiveId" clId="{0C203FD7-69D9-4945-A1B4-09AD177D210F}" dt="2023-11-23T01:40:55.141" v="16" actId="26606"/>
          <ac:spMkLst>
            <pc:docMk/>
            <pc:sldMk cId="2549479739" sldId="257"/>
            <ac:spMk id="12" creationId="{7F488E8B-4E1E-4402-8935-D4E6C02615C7}"/>
          </ac:spMkLst>
        </pc:spChg>
        <pc:picChg chg="add mod">
          <ac:chgData name="현태 장" userId="de5e4f8327a3a991" providerId="LiveId" clId="{0C203FD7-69D9-4945-A1B4-09AD177D210F}" dt="2023-11-23T01:45:32.694" v="38" actId="1076"/>
          <ac:picMkLst>
            <pc:docMk/>
            <pc:sldMk cId="2549479739" sldId="257"/>
            <ac:picMk id="5" creationId="{50F45995-F537-372B-C29A-B959D424889C}"/>
          </ac:picMkLst>
        </pc:picChg>
        <pc:picChg chg="add mod">
          <ac:chgData name="현태 장" userId="de5e4f8327a3a991" providerId="LiveId" clId="{0C203FD7-69D9-4945-A1B4-09AD177D210F}" dt="2023-11-23T01:47:12.479" v="76" actId="1076"/>
          <ac:picMkLst>
            <pc:docMk/>
            <pc:sldMk cId="2549479739" sldId="257"/>
            <ac:picMk id="9" creationId="{2C84BA94-C241-132A-9025-011674F0130C}"/>
          </ac:picMkLst>
        </pc:picChg>
        <pc:picChg chg="add mod ord">
          <ac:chgData name="현태 장" userId="de5e4f8327a3a991" providerId="LiveId" clId="{0C203FD7-69D9-4945-A1B4-09AD177D210F}" dt="2023-11-23T02:11:26.189" v="272" actId="1076"/>
          <ac:picMkLst>
            <pc:docMk/>
            <pc:sldMk cId="2549479739" sldId="257"/>
            <ac:picMk id="13" creationId="{3A892AAD-2AE5-BF1A-4B4E-D26040FE909F}"/>
          </ac:picMkLst>
        </pc:picChg>
        <pc:picChg chg="add mod">
          <ac:chgData name="현태 장" userId="de5e4f8327a3a991" providerId="LiveId" clId="{0C203FD7-69D9-4945-A1B4-09AD177D210F}" dt="2023-11-23T02:11:30.316" v="274" actId="1076"/>
          <ac:picMkLst>
            <pc:docMk/>
            <pc:sldMk cId="2549479739" sldId="257"/>
            <ac:picMk id="14" creationId="{AFF38DB2-E121-8DDA-6A9B-C542F0ADBCEE}"/>
          </ac:picMkLst>
        </pc:picChg>
      </pc:sldChg>
      <pc:sldChg chg="del">
        <pc:chgData name="현태 장" userId="de5e4f8327a3a991" providerId="LiveId" clId="{0C203FD7-69D9-4945-A1B4-09AD177D210F}" dt="2023-11-23T01:40:35.204" v="10" actId="47"/>
        <pc:sldMkLst>
          <pc:docMk/>
          <pc:sldMk cId="2424451831" sldId="258"/>
        </pc:sldMkLst>
      </pc:sldChg>
      <pc:sldChg chg="addSp delSp modSp new mod setBg">
        <pc:chgData name="현태 장" userId="de5e4f8327a3a991" providerId="LiveId" clId="{0C203FD7-69D9-4945-A1B4-09AD177D210F}" dt="2023-11-23T03:46:43.754" v="331" actId="1076"/>
        <pc:sldMkLst>
          <pc:docMk/>
          <pc:sldMk cId="4043833846" sldId="258"/>
        </pc:sldMkLst>
        <pc:spChg chg="mod">
          <ac:chgData name="현태 장" userId="de5e4f8327a3a991" providerId="LiveId" clId="{0C203FD7-69D9-4945-A1B4-09AD177D210F}" dt="2023-11-23T03:46:14.004" v="325" actId="1076"/>
          <ac:spMkLst>
            <pc:docMk/>
            <pc:sldMk cId="4043833846" sldId="258"/>
            <ac:spMk id="2" creationId="{FD4A19D2-D82E-AA84-620A-07F6ECE2FC91}"/>
          </ac:spMkLst>
        </pc:spChg>
        <pc:spChg chg="del mod">
          <ac:chgData name="현태 장" userId="de5e4f8327a3a991" providerId="LiveId" clId="{0C203FD7-69D9-4945-A1B4-09AD177D210F}" dt="2023-11-23T02:00:55.306" v="140" actId="478"/>
          <ac:spMkLst>
            <pc:docMk/>
            <pc:sldMk cId="4043833846" sldId="258"/>
            <ac:spMk id="3" creationId="{DD28B0D1-D79A-09C5-6DCF-20F84700712C}"/>
          </ac:spMkLst>
        </pc:spChg>
        <pc:spChg chg="add">
          <ac:chgData name="현태 장" userId="de5e4f8327a3a991" providerId="LiveId" clId="{0C203FD7-69D9-4945-A1B4-09AD177D210F}" dt="2023-11-23T01:48:25.439" v="79" actId="26606"/>
          <ac:spMkLst>
            <pc:docMk/>
            <pc:sldMk cId="4043833846" sldId="258"/>
            <ac:spMk id="8" creationId="{081EA652-8C6A-4E69-BEB9-170809474553}"/>
          </ac:spMkLst>
        </pc:spChg>
        <pc:spChg chg="add">
          <ac:chgData name="현태 장" userId="de5e4f8327a3a991" providerId="LiveId" clId="{0C203FD7-69D9-4945-A1B4-09AD177D210F}" dt="2023-11-23T01:48:25.439" v="79" actId="26606"/>
          <ac:spMkLst>
            <pc:docMk/>
            <pc:sldMk cId="4043833846" sldId="258"/>
            <ac:spMk id="10" creationId="{5298780A-33B9-4EA2-8F67-DE68AD62841B}"/>
          </ac:spMkLst>
        </pc:spChg>
        <pc:spChg chg="add">
          <ac:chgData name="현태 장" userId="de5e4f8327a3a991" providerId="LiveId" clId="{0C203FD7-69D9-4945-A1B4-09AD177D210F}" dt="2023-11-23T01:48:25.439" v="79" actId="26606"/>
          <ac:spMkLst>
            <pc:docMk/>
            <pc:sldMk cId="4043833846" sldId="258"/>
            <ac:spMk id="12" creationId="{7F488E8B-4E1E-4402-8935-D4E6C02615C7}"/>
          </ac:spMkLst>
        </pc:spChg>
        <pc:picChg chg="add del mod">
          <ac:chgData name="현태 장" userId="de5e4f8327a3a991" providerId="LiveId" clId="{0C203FD7-69D9-4945-A1B4-09AD177D210F}" dt="2023-11-23T03:45:51.897" v="318" actId="478"/>
          <ac:picMkLst>
            <pc:docMk/>
            <pc:sldMk cId="4043833846" sldId="258"/>
            <ac:picMk id="5" creationId="{DA6FC088-60D7-F1C3-DE33-FB77C00575DB}"/>
          </ac:picMkLst>
        </pc:picChg>
        <pc:picChg chg="add del mod">
          <ac:chgData name="현태 장" userId="de5e4f8327a3a991" providerId="LiveId" clId="{0C203FD7-69D9-4945-A1B4-09AD177D210F}" dt="2023-11-23T02:24:15.711" v="313" actId="478"/>
          <ac:picMkLst>
            <pc:docMk/>
            <pc:sldMk cId="4043833846" sldId="258"/>
            <ac:picMk id="6" creationId="{E188F472-0654-31CA-2638-C3B9F69BE621}"/>
          </ac:picMkLst>
        </pc:picChg>
        <pc:picChg chg="add mod">
          <ac:chgData name="현태 장" userId="de5e4f8327a3a991" providerId="LiveId" clId="{0C203FD7-69D9-4945-A1B4-09AD177D210F}" dt="2023-11-23T03:46:43.754" v="331" actId="1076"/>
          <ac:picMkLst>
            <pc:docMk/>
            <pc:sldMk cId="4043833846" sldId="258"/>
            <ac:picMk id="9" creationId="{74467C27-FBBA-4A67-6BF7-C6993BDA06DC}"/>
          </ac:picMkLst>
        </pc:picChg>
        <pc:picChg chg="add mod">
          <ac:chgData name="현태 장" userId="de5e4f8327a3a991" providerId="LiveId" clId="{0C203FD7-69D9-4945-A1B4-09AD177D210F}" dt="2023-11-23T03:46:27.593" v="330" actId="14100"/>
          <ac:picMkLst>
            <pc:docMk/>
            <pc:sldMk cId="4043833846" sldId="258"/>
            <ac:picMk id="13" creationId="{CFF3F31E-24CF-CAB8-7622-531EA6F156DD}"/>
          </ac:picMkLst>
        </pc:picChg>
      </pc:sldChg>
      <pc:sldChg chg="del">
        <pc:chgData name="현태 장" userId="de5e4f8327a3a991" providerId="LiveId" clId="{0C203FD7-69D9-4945-A1B4-09AD177D210F}" dt="2023-11-23T01:40:35.787" v="11" actId="47"/>
        <pc:sldMkLst>
          <pc:docMk/>
          <pc:sldMk cId="952999212" sldId="259"/>
        </pc:sldMkLst>
      </pc:sldChg>
      <pc:sldChg chg="addSp delSp modSp new mod setBg">
        <pc:chgData name="현태 장" userId="de5e4f8327a3a991" providerId="LiveId" clId="{0C203FD7-69D9-4945-A1B4-09AD177D210F}" dt="2023-11-23T02:24:05.384" v="312" actId="14100"/>
        <pc:sldMkLst>
          <pc:docMk/>
          <pc:sldMk cId="2002389731" sldId="259"/>
        </pc:sldMkLst>
        <pc:spChg chg="del mod">
          <ac:chgData name="현태 장" userId="de5e4f8327a3a991" providerId="LiveId" clId="{0C203FD7-69D9-4945-A1B4-09AD177D210F}" dt="2023-11-23T01:49:55.063" v="83" actId="478"/>
          <ac:spMkLst>
            <pc:docMk/>
            <pc:sldMk cId="2002389731" sldId="259"/>
            <ac:spMk id="2" creationId="{286CCBE4-87EB-9C6B-29E4-91EE364BC284}"/>
          </ac:spMkLst>
        </pc:spChg>
        <pc:spChg chg="del mod">
          <ac:chgData name="현태 장" userId="de5e4f8327a3a991" providerId="LiveId" clId="{0C203FD7-69D9-4945-A1B4-09AD177D210F}" dt="2023-11-23T01:49:57.447" v="84" actId="478"/>
          <ac:spMkLst>
            <pc:docMk/>
            <pc:sldMk cId="2002389731" sldId="259"/>
            <ac:spMk id="3" creationId="{26F82A99-A163-6487-CC4F-7000AEEB0F8A}"/>
          </ac:spMkLst>
        </pc:spChg>
        <pc:spChg chg="add">
          <ac:chgData name="현태 장" userId="de5e4f8327a3a991" providerId="LiveId" clId="{0C203FD7-69D9-4945-A1B4-09AD177D210F}" dt="2023-11-23T01:47:23.290" v="78" actId="26606"/>
          <ac:spMkLst>
            <pc:docMk/>
            <pc:sldMk cId="2002389731" sldId="259"/>
            <ac:spMk id="8" creationId="{081EA652-8C6A-4E69-BEB9-170809474553}"/>
          </ac:spMkLst>
        </pc:spChg>
        <pc:spChg chg="add">
          <ac:chgData name="현태 장" userId="de5e4f8327a3a991" providerId="LiveId" clId="{0C203FD7-69D9-4945-A1B4-09AD177D210F}" dt="2023-11-23T01:47:23.290" v="78" actId="26606"/>
          <ac:spMkLst>
            <pc:docMk/>
            <pc:sldMk cId="2002389731" sldId="259"/>
            <ac:spMk id="10" creationId="{5298780A-33B9-4EA2-8F67-DE68AD62841B}"/>
          </ac:spMkLst>
        </pc:spChg>
        <pc:spChg chg="add">
          <ac:chgData name="현태 장" userId="de5e4f8327a3a991" providerId="LiveId" clId="{0C203FD7-69D9-4945-A1B4-09AD177D210F}" dt="2023-11-23T01:47:23.290" v="78" actId="26606"/>
          <ac:spMkLst>
            <pc:docMk/>
            <pc:sldMk cId="2002389731" sldId="259"/>
            <ac:spMk id="12" creationId="{7F488E8B-4E1E-4402-8935-D4E6C02615C7}"/>
          </ac:spMkLst>
        </pc:spChg>
        <pc:spChg chg="add del mod">
          <ac:chgData name="현태 장" userId="de5e4f8327a3a991" providerId="LiveId" clId="{0C203FD7-69D9-4945-A1B4-09AD177D210F}" dt="2023-11-23T01:56:12.792" v="97"/>
          <ac:spMkLst>
            <pc:docMk/>
            <pc:sldMk cId="2002389731" sldId="259"/>
            <ac:spMk id="13" creationId="{D8B79AD7-E62D-B019-0734-594641A4C951}"/>
          </ac:spMkLst>
        </pc:spChg>
        <pc:spChg chg="add mod">
          <ac:chgData name="현태 장" userId="de5e4f8327a3a991" providerId="LiveId" clId="{0C203FD7-69D9-4945-A1B4-09AD177D210F}" dt="2023-11-23T01:57:12.416" v="130" actId="20577"/>
          <ac:spMkLst>
            <pc:docMk/>
            <pc:sldMk cId="2002389731" sldId="259"/>
            <ac:spMk id="14" creationId="{F5DA0495-2B2E-17CB-3DE7-6C9187D4EBB8}"/>
          </ac:spMkLst>
        </pc:spChg>
        <pc:picChg chg="add mod">
          <ac:chgData name="현태 장" userId="de5e4f8327a3a991" providerId="LiveId" clId="{0C203FD7-69D9-4945-A1B4-09AD177D210F}" dt="2023-11-23T01:57:20.627" v="131" actId="14100"/>
          <ac:picMkLst>
            <pc:docMk/>
            <pc:sldMk cId="2002389731" sldId="259"/>
            <ac:picMk id="5" creationId="{6FA84202-3D47-0033-6BB3-4296B3B5CF30}"/>
          </ac:picMkLst>
        </pc:picChg>
        <pc:picChg chg="add del mod">
          <ac:chgData name="현태 장" userId="de5e4f8327a3a991" providerId="LiveId" clId="{0C203FD7-69D9-4945-A1B4-09AD177D210F}" dt="2023-11-23T02:23:57.444" v="309" actId="478"/>
          <ac:picMkLst>
            <pc:docMk/>
            <pc:sldMk cId="2002389731" sldId="259"/>
            <ac:picMk id="7" creationId="{E8DF963A-D0E7-B558-2B65-EB0AE6E13143}"/>
          </ac:picMkLst>
        </pc:picChg>
        <pc:picChg chg="add mod">
          <ac:chgData name="현태 장" userId="de5e4f8327a3a991" providerId="LiveId" clId="{0C203FD7-69D9-4945-A1B4-09AD177D210F}" dt="2023-11-23T01:57:32.194" v="134" actId="1076"/>
          <ac:picMkLst>
            <pc:docMk/>
            <pc:sldMk cId="2002389731" sldId="259"/>
            <ac:picMk id="11" creationId="{3EF29922-39C1-0002-44B3-B0B4AE5701B4}"/>
          </ac:picMkLst>
        </pc:picChg>
        <pc:picChg chg="add mod">
          <ac:chgData name="현태 장" userId="de5e4f8327a3a991" providerId="LiveId" clId="{0C203FD7-69D9-4945-A1B4-09AD177D210F}" dt="2023-11-23T02:24:05.384" v="312" actId="14100"/>
          <ac:picMkLst>
            <pc:docMk/>
            <pc:sldMk cId="2002389731" sldId="259"/>
            <ac:picMk id="16" creationId="{39AE4404-1F74-E2CF-2A6B-47B58236F678}"/>
          </ac:picMkLst>
        </pc:picChg>
      </pc:sldChg>
      <pc:sldChg chg="new del">
        <pc:chgData name="현태 장" userId="de5e4f8327a3a991" providerId="LiveId" clId="{0C203FD7-69D9-4945-A1B4-09AD177D210F}" dt="2023-11-23T01:58:41.069" v="136" actId="47"/>
        <pc:sldMkLst>
          <pc:docMk/>
          <pc:sldMk cId="2001698660" sldId="260"/>
        </pc:sldMkLst>
      </pc:sldChg>
      <pc:sldChg chg="del">
        <pc:chgData name="현태 장" userId="de5e4f8327a3a991" providerId="LiveId" clId="{0C203FD7-69D9-4945-A1B4-09AD177D210F}" dt="2023-11-23T01:40:36.131" v="12" actId="47"/>
        <pc:sldMkLst>
          <pc:docMk/>
          <pc:sldMk cId="2453269694" sldId="260"/>
        </pc:sldMkLst>
      </pc:sldChg>
      <pc:sldChg chg="addSp delSp modSp new mod setBg">
        <pc:chgData name="현태 장" userId="de5e4f8327a3a991" providerId="LiveId" clId="{0C203FD7-69D9-4945-A1B4-09AD177D210F}" dt="2023-11-23T02:14:06.101" v="280" actId="1076"/>
        <pc:sldMkLst>
          <pc:docMk/>
          <pc:sldMk cId="3541512406" sldId="260"/>
        </pc:sldMkLst>
        <pc:spChg chg="mod">
          <ac:chgData name="현태 장" userId="de5e4f8327a3a991" providerId="LiveId" clId="{0C203FD7-69D9-4945-A1B4-09AD177D210F}" dt="2023-11-23T02:06:44.265" v="196" actId="1076"/>
          <ac:spMkLst>
            <pc:docMk/>
            <pc:sldMk cId="3541512406" sldId="260"/>
            <ac:spMk id="2" creationId="{7C6233D9-EDC4-3201-F878-A66A5B3C702A}"/>
          </ac:spMkLst>
        </pc:spChg>
        <pc:spChg chg="del mod">
          <ac:chgData name="현태 장" userId="de5e4f8327a3a991" providerId="LiveId" clId="{0C203FD7-69D9-4945-A1B4-09AD177D210F}" dt="2023-11-23T02:06:52.398" v="197" actId="478"/>
          <ac:spMkLst>
            <pc:docMk/>
            <pc:sldMk cId="3541512406" sldId="260"/>
            <ac:spMk id="3" creationId="{593C3B68-0227-6BE9-01D2-C6A49829C718}"/>
          </ac:spMkLst>
        </pc:spChg>
        <pc:spChg chg="add">
          <ac:chgData name="현태 장" userId="de5e4f8327a3a991" providerId="LiveId" clId="{0C203FD7-69D9-4945-A1B4-09AD177D210F}" dt="2023-11-23T02:04:23.639" v="178" actId="26606"/>
          <ac:spMkLst>
            <pc:docMk/>
            <pc:sldMk cId="3541512406" sldId="260"/>
            <ac:spMk id="8" creationId="{081EA652-8C6A-4E69-BEB9-170809474553}"/>
          </ac:spMkLst>
        </pc:spChg>
        <pc:spChg chg="add">
          <ac:chgData name="현태 장" userId="de5e4f8327a3a991" providerId="LiveId" clId="{0C203FD7-69D9-4945-A1B4-09AD177D210F}" dt="2023-11-23T02:04:23.639" v="178" actId="26606"/>
          <ac:spMkLst>
            <pc:docMk/>
            <pc:sldMk cId="3541512406" sldId="260"/>
            <ac:spMk id="10" creationId="{5298780A-33B9-4EA2-8F67-DE68AD62841B}"/>
          </ac:spMkLst>
        </pc:spChg>
        <pc:spChg chg="add">
          <ac:chgData name="현태 장" userId="de5e4f8327a3a991" providerId="LiveId" clId="{0C203FD7-69D9-4945-A1B4-09AD177D210F}" dt="2023-11-23T02:04:23.639" v="178" actId="26606"/>
          <ac:spMkLst>
            <pc:docMk/>
            <pc:sldMk cId="3541512406" sldId="260"/>
            <ac:spMk id="12" creationId="{7F488E8B-4E1E-4402-8935-D4E6C02615C7}"/>
          </ac:spMkLst>
        </pc:spChg>
        <pc:picChg chg="add mod">
          <ac:chgData name="현태 장" userId="de5e4f8327a3a991" providerId="LiveId" clId="{0C203FD7-69D9-4945-A1B4-09AD177D210F}" dt="2023-11-23T02:07:00.107" v="201" actId="1076"/>
          <ac:picMkLst>
            <pc:docMk/>
            <pc:sldMk cId="3541512406" sldId="260"/>
            <ac:picMk id="5" creationId="{95F51B51-CE16-69C2-18B5-AB4F0A4C4927}"/>
          </ac:picMkLst>
        </pc:picChg>
        <pc:picChg chg="add mod">
          <ac:chgData name="현태 장" userId="de5e4f8327a3a991" providerId="LiveId" clId="{0C203FD7-69D9-4945-A1B4-09AD177D210F}" dt="2023-11-23T02:12:23.063" v="277" actId="14100"/>
          <ac:picMkLst>
            <pc:docMk/>
            <pc:sldMk cId="3541512406" sldId="260"/>
            <ac:picMk id="7" creationId="{0886C70C-FC26-194E-E218-EABA74AC0F53}"/>
          </ac:picMkLst>
        </pc:picChg>
        <pc:picChg chg="add mod">
          <ac:chgData name="현태 장" userId="de5e4f8327a3a991" providerId="LiveId" clId="{0C203FD7-69D9-4945-A1B4-09AD177D210F}" dt="2023-11-23T02:14:06.101" v="280" actId="1076"/>
          <ac:picMkLst>
            <pc:docMk/>
            <pc:sldMk cId="3541512406" sldId="260"/>
            <ac:picMk id="11" creationId="{944A6A0B-FFCA-C38B-F396-950EC59440D1}"/>
          </ac:picMkLst>
        </pc:picChg>
      </pc:sldChg>
      <pc:sldChg chg="del">
        <pc:chgData name="현태 장" userId="de5e4f8327a3a991" providerId="LiveId" clId="{0C203FD7-69D9-4945-A1B4-09AD177D210F}" dt="2023-11-23T01:40:36.709" v="13" actId="47"/>
        <pc:sldMkLst>
          <pc:docMk/>
          <pc:sldMk cId="3151527155" sldId="261"/>
        </pc:sldMkLst>
      </pc:sldChg>
      <pc:sldChg chg="addSp delSp modSp new mod setBg">
        <pc:chgData name="현태 장" userId="de5e4f8327a3a991" providerId="LiveId" clId="{0C203FD7-69D9-4945-A1B4-09AD177D210F}" dt="2023-11-23T02:17:22.259" v="308" actId="1076"/>
        <pc:sldMkLst>
          <pc:docMk/>
          <pc:sldMk cId="3215490889" sldId="261"/>
        </pc:sldMkLst>
        <pc:spChg chg="mod">
          <ac:chgData name="현태 장" userId="de5e4f8327a3a991" providerId="LiveId" clId="{0C203FD7-69D9-4945-A1B4-09AD177D210F}" dt="2023-11-23T02:16:01.919" v="302" actId="27636"/>
          <ac:spMkLst>
            <pc:docMk/>
            <pc:sldMk cId="3215490889" sldId="261"/>
            <ac:spMk id="2" creationId="{1ECFA93B-9837-58CE-7B50-7A80B3689085}"/>
          </ac:spMkLst>
        </pc:spChg>
        <pc:spChg chg="del mod">
          <ac:chgData name="현태 장" userId="de5e4f8327a3a991" providerId="LiveId" clId="{0C203FD7-69D9-4945-A1B4-09AD177D210F}" dt="2023-11-23T02:08:44.804" v="240" actId="21"/>
          <ac:spMkLst>
            <pc:docMk/>
            <pc:sldMk cId="3215490889" sldId="261"/>
            <ac:spMk id="3" creationId="{A093617E-3E57-BB77-DC48-E9EBE6D9F4DE}"/>
          </ac:spMkLst>
        </pc:spChg>
        <pc:spChg chg="add del mod">
          <ac:chgData name="현태 장" userId="de5e4f8327a3a991" providerId="LiveId" clId="{0C203FD7-69D9-4945-A1B4-09AD177D210F}" dt="2023-11-23T02:08:47.833" v="242" actId="478"/>
          <ac:spMkLst>
            <pc:docMk/>
            <pc:sldMk cId="3215490889" sldId="261"/>
            <ac:spMk id="4" creationId="{75E39641-99AD-839B-FCBC-00D0BB18025C}"/>
          </ac:spMkLst>
        </pc:spChg>
        <pc:spChg chg="add">
          <ac:chgData name="현태 장" userId="de5e4f8327a3a991" providerId="LiveId" clId="{0C203FD7-69D9-4945-A1B4-09AD177D210F}" dt="2023-11-23T02:07:33.408" v="203" actId="26606"/>
          <ac:spMkLst>
            <pc:docMk/>
            <pc:sldMk cId="3215490889" sldId="261"/>
            <ac:spMk id="8" creationId="{081EA652-8C6A-4E69-BEB9-170809474553}"/>
          </ac:spMkLst>
        </pc:spChg>
        <pc:spChg chg="add">
          <ac:chgData name="현태 장" userId="de5e4f8327a3a991" providerId="LiveId" clId="{0C203FD7-69D9-4945-A1B4-09AD177D210F}" dt="2023-11-23T02:07:33.408" v="203" actId="26606"/>
          <ac:spMkLst>
            <pc:docMk/>
            <pc:sldMk cId="3215490889" sldId="261"/>
            <ac:spMk id="10" creationId="{5298780A-33B9-4EA2-8F67-DE68AD62841B}"/>
          </ac:spMkLst>
        </pc:spChg>
        <pc:spChg chg="add">
          <ac:chgData name="현태 장" userId="de5e4f8327a3a991" providerId="LiveId" clId="{0C203FD7-69D9-4945-A1B4-09AD177D210F}" dt="2023-11-23T02:07:33.408" v="203" actId="26606"/>
          <ac:spMkLst>
            <pc:docMk/>
            <pc:sldMk cId="3215490889" sldId="261"/>
            <ac:spMk id="12" creationId="{7F488E8B-4E1E-4402-8935-D4E6C02615C7}"/>
          </ac:spMkLst>
        </pc:spChg>
        <pc:picChg chg="add del mod">
          <ac:chgData name="현태 장" userId="de5e4f8327a3a991" providerId="LiveId" clId="{0C203FD7-69D9-4945-A1B4-09AD177D210F}" dt="2023-11-23T02:13:10.622" v="278" actId="478"/>
          <ac:picMkLst>
            <pc:docMk/>
            <pc:sldMk cId="3215490889" sldId="261"/>
            <ac:picMk id="6" creationId="{8B890D11-DD4B-7C63-9199-10727ACA9AB9}"/>
          </ac:picMkLst>
        </pc:picChg>
        <pc:picChg chg="add mod">
          <ac:chgData name="현태 장" userId="de5e4f8327a3a991" providerId="LiveId" clId="{0C203FD7-69D9-4945-A1B4-09AD177D210F}" dt="2023-11-23T02:15:37.334" v="288" actId="1076"/>
          <ac:picMkLst>
            <pc:docMk/>
            <pc:sldMk cId="3215490889" sldId="261"/>
            <ac:picMk id="9" creationId="{9A1DE592-4D65-3D39-7904-F8B09683C3C4}"/>
          </ac:picMkLst>
        </pc:picChg>
        <pc:picChg chg="add mod">
          <ac:chgData name="현태 장" userId="de5e4f8327a3a991" providerId="LiveId" clId="{0C203FD7-69D9-4945-A1B4-09AD177D210F}" dt="2023-11-23T02:15:31.317" v="287" actId="1076"/>
          <ac:picMkLst>
            <pc:docMk/>
            <pc:sldMk cId="3215490889" sldId="261"/>
            <ac:picMk id="11" creationId="{BAFADA95-5683-EA2F-CA47-5BD4E9B2A955}"/>
          </ac:picMkLst>
        </pc:picChg>
        <pc:picChg chg="add mod">
          <ac:chgData name="현태 장" userId="de5e4f8327a3a991" providerId="LiveId" clId="{0C203FD7-69D9-4945-A1B4-09AD177D210F}" dt="2023-11-23T02:17:22.259" v="308" actId="1076"/>
          <ac:picMkLst>
            <pc:docMk/>
            <pc:sldMk cId="3215490889" sldId="261"/>
            <ac:picMk id="14" creationId="{963400B7-AEE2-DCE4-0BC9-F9EDD77CE359}"/>
          </ac:picMkLst>
        </pc:picChg>
      </pc:sldChg>
      <pc:sldChg chg="addSp delSp modSp new del mod setBg">
        <pc:chgData name="현태 장" userId="de5e4f8327a3a991" providerId="LiveId" clId="{0C203FD7-69D9-4945-A1B4-09AD177D210F}" dt="2023-11-23T02:16:03.986" v="303" actId="47"/>
        <pc:sldMkLst>
          <pc:docMk/>
          <pc:sldMk cId="2418692948" sldId="262"/>
        </pc:sldMkLst>
        <pc:spChg chg="mod">
          <ac:chgData name="현태 장" userId="de5e4f8327a3a991" providerId="LiveId" clId="{0C203FD7-69D9-4945-A1B4-09AD177D210F}" dt="2023-11-23T02:09:42.793" v="265" actId="1076"/>
          <ac:spMkLst>
            <pc:docMk/>
            <pc:sldMk cId="2418692948" sldId="262"/>
            <ac:spMk id="2" creationId="{2559E8D7-E0A4-A8CC-E01D-4CAE8535F0FA}"/>
          </ac:spMkLst>
        </pc:spChg>
        <pc:spChg chg="del mod">
          <ac:chgData name="현태 장" userId="de5e4f8327a3a991" providerId="LiveId" clId="{0C203FD7-69D9-4945-A1B4-09AD177D210F}" dt="2023-11-23T02:09:53.888" v="266" actId="478"/>
          <ac:spMkLst>
            <pc:docMk/>
            <pc:sldMk cId="2418692948" sldId="262"/>
            <ac:spMk id="3" creationId="{A8BD886B-7895-C036-368D-C54F4621D8EE}"/>
          </ac:spMkLst>
        </pc:spChg>
        <pc:spChg chg="add">
          <ac:chgData name="현태 장" userId="de5e4f8327a3a991" providerId="LiveId" clId="{0C203FD7-69D9-4945-A1B4-09AD177D210F}" dt="2023-11-23T02:09:27.983" v="246" actId="26606"/>
          <ac:spMkLst>
            <pc:docMk/>
            <pc:sldMk cId="2418692948" sldId="262"/>
            <ac:spMk id="8" creationId="{081EA652-8C6A-4E69-BEB9-170809474553}"/>
          </ac:spMkLst>
        </pc:spChg>
        <pc:spChg chg="add">
          <ac:chgData name="현태 장" userId="de5e4f8327a3a991" providerId="LiveId" clId="{0C203FD7-69D9-4945-A1B4-09AD177D210F}" dt="2023-11-23T02:09:27.983" v="246" actId="26606"/>
          <ac:spMkLst>
            <pc:docMk/>
            <pc:sldMk cId="2418692948" sldId="262"/>
            <ac:spMk id="10" creationId="{5298780A-33B9-4EA2-8F67-DE68AD62841B}"/>
          </ac:spMkLst>
        </pc:spChg>
        <pc:spChg chg="add">
          <ac:chgData name="현태 장" userId="de5e4f8327a3a991" providerId="LiveId" clId="{0C203FD7-69D9-4945-A1B4-09AD177D210F}" dt="2023-11-23T02:09:27.983" v="246" actId="26606"/>
          <ac:spMkLst>
            <pc:docMk/>
            <pc:sldMk cId="2418692948" sldId="262"/>
            <ac:spMk id="12" creationId="{7F488E8B-4E1E-4402-8935-D4E6C02615C7}"/>
          </ac:spMkLst>
        </pc:spChg>
        <pc:picChg chg="add mod">
          <ac:chgData name="현태 장" userId="de5e4f8327a3a991" providerId="LiveId" clId="{0C203FD7-69D9-4945-A1B4-09AD177D210F}" dt="2023-11-23T02:10:21.764" v="268" actId="1076"/>
          <ac:picMkLst>
            <pc:docMk/>
            <pc:sldMk cId="2418692948" sldId="262"/>
            <ac:picMk id="5" creationId="{A317C37B-15A5-1983-D5F9-086EF7E3532D}"/>
          </ac:picMkLst>
        </pc:picChg>
      </pc:sldChg>
      <pc:sldChg chg="del">
        <pc:chgData name="현태 장" userId="de5e4f8327a3a991" providerId="LiveId" clId="{0C203FD7-69D9-4945-A1B4-09AD177D210F}" dt="2023-11-23T01:40:33.962" v="9" actId="47"/>
        <pc:sldMkLst>
          <pc:docMk/>
          <pc:sldMk cId="1726531776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EA0E7A-5483-EF33-C05B-600F0F10BF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1DBD6A-1DCD-A349-EF7D-11BAC0F6B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E5FC7E-E7C6-FCC1-6A05-A1C3496D6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B80B87-7372-40AB-1900-D82E641C8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CB5DBF-DB30-02E6-9BD3-ECEF1F843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027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42127C-B06B-F99D-BD93-F99918E04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3B2662-104B-E166-6CB3-EC70BA059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A460B9-4ABC-10F9-1477-0AA980DA8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3D5596-F644-7232-808B-E8CBDCB5E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9C7501-96F7-F576-9336-5E6FF917D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827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590EB3-C226-034E-F4FE-9BB5D3C10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E56FEC-8DD4-F429-A2B6-4AB5EDFFF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005A6D-AC07-4AB3-DD5A-D1CA7D60F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B92766-E017-D2BC-8E69-37BB90C02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5AD43D-8FB9-3029-9764-F280E6497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1565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C19C26-6A67-8034-72EA-D25552E6E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29B8F5-55EA-DFDF-BE72-E192EAC86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1E907E-D213-4853-3C23-FC80E3B75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9ABC68-A4E4-D4D3-9C04-DC66B3DB8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B01BC4-7975-3BAE-F41C-87C529415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8E2F9F-D9BB-9F02-4EEF-1431F87F4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807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686C93-9320-6F03-EDF5-1A4EA52F3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086630-D355-E8D3-64CB-CBB757D76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4A51D9-BF9A-8215-A347-915485D075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4246442-B17F-4E61-5BAD-1D83BBC1BF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A145A86-E571-DBEA-18C9-9C09814CA9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1FAD2B2-660C-CBF8-0EA0-96497113C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2023-11-23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BE1C33D-D384-AD16-29F5-63165E153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6A94170-793F-4B47-2DA7-3B99389D6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41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EFE628-EBB6-00D0-DCE5-897359C7B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32E6FD-BF6D-DD5E-3CFC-F6B3D1C30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2023-11-23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2E3C8F9-7F33-434E-BFC3-74F3BB061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7965C0-B3C2-4681-7FCA-AD9F0904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984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6813925-06A1-A723-6B2F-BECDC7E3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2023-11-23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D03152-6ADE-DBE8-78AA-1A2A3743C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CA97C5-02F1-91A7-DD4F-4C64DBAFA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122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5EC769-AE48-A4C3-18F5-DDC007912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FC366B-C70B-9DCE-4A47-8BF7912ED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DEC8D2-B477-0A56-F3EE-118C2303BB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974C80-E605-7EC7-6DBE-4BFB9C1FC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52A7F6-C908-1258-ED3D-9AF1A0E11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0F4440-25AE-D283-AA75-79438D71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299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0632DB-A34B-F411-FE6B-F82F4F36F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B4BD035-C3E6-4DFA-9F65-F560EF580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B14A8B-39A2-645C-8B42-680106797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5ADBED-E802-9A89-BD0B-0C9ED108F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00D7C4-DFCF-3F18-BA22-924052731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BF89B1-7E2F-AF9F-639F-1507E2A1A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468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329E23-079A-307A-2B8C-D0520C901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5BFAF1-8757-F3E4-B793-9B2093E17A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D582A9-C490-6B5F-165A-01BB906C7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F0AAA3-84D7-CADC-E919-E09C196D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738CC3-4F02-40A6-52B0-268B63C87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4650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1F66728-12AC-2939-9C7E-0F30E77290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988D0A-EC69-FEB7-35EB-7E2B0E3D5F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A3F949-8812-EE8D-2B43-87AF69EDC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DA76B5-C54A-017B-61A4-01B0C38B1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A07253-BC8E-AA0C-5619-818C04F0C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32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E9339E6-0839-959C-B839-877524316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066227-1FCC-E001-979B-041AEC1DC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9FE5-CF44-CE60-1BC4-C193AC6616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9F76D-672B-41A3-A5B5-9A8003EB57F1}" type="datetimeFigureOut">
              <a:rPr lang="ko-KR" altLang="en-US" smtClean="0"/>
              <a:t>2023-11-23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AF258A-F9D2-4493-A309-CB5140B1E8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09EC06-0C43-3C93-63DD-44BB3C2AE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85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Triangle 3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8B3ED0D-3C84-2C86-61F5-E348924F7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9105" y="1711556"/>
            <a:ext cx="9246688" cy="1624311"/>
          </a:xfrm>
        </p:spPr>
        <p:txBody>
          <a:bodyPr anchor="b">
            <a:normAutofit/>
          </a:bodyPr>
          <a:lstStyle/>
          <a:p>
            <a:pPr algn="l"/>
            <a:r>
              <a:rPr lang="ko-KR" altLang="en-US" sz="6500" dirty="0"/>
              <a:t>농산물 관리 프로그램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2E43EA1-5539-796D-E92C-AAED120C2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altLang="ko-KR" dirty="0"/>
              <a:t>C</a:t>
            </a:r>
            <a:r>
              <a:rPr lang="ko-KR" altLang="en-US" dirty="0"/>
              <a:t>언어 </a:t>
            </a:r>
            <a:r>
              <a:rPr lang="ko-KR" altLang="en-US" dirty="0" err="1"/>
              <a:t>스터티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3809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FA84202-3D47-0033-6BB3-4296B3B5C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909" y="2593260"/>
            <a:ext cx="2555083" cy="181545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EF29922-39C1-0002-44B3-B0B4AE570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930" y="2526758"/>
            <a:ext cx="2620598" cy="1959209"/>
          </a:xfrm>
          <a:prstGeom prst="rect">
            <a:avLst/>
          </a:prstGeom>
        </p:spPr>
      </p:pic>
      <p:sp>
        <p:nvSpPr>
          <p:cNvPr id="14" name="제목 1">
            <a:extLst>
              <a:ext uri="{FF2B5EF4-FFF2-40B4-BE49-F238E27FC236}">
                <a16:creationId xmlns:a16="http://schemas.microsoft.com/office/drawing/2014/main" id="{F5DA0495-2B2E-17CB-3DE7-6C9187D4EBB8}"/>
              </a:ext>
            </a:extLst>
          </p:cNvPr>
          <p:cNvSpPr txBox="1">
            <a:spLocks/>
          </p:cNvSpPr>
          <p:nvPr/>
        </p:nvSpPr>
        <p:spPr>
          <a:xfrm>
            <a:off x="1152909" y="901075"/>
            <a:ext cx="3900784" cy="8705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500" dirty="0"/>
              <a:t>프로그램 구성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9AE4404-1F74-E2CF-2A6B-47B58236F6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9127" y="2593259"/>
            <a:ext cx="2425499" cy="161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389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100B268-32E0-29B9-CD6A-C509023E9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148" y="928131"/>
            <a:ext cx="2173276" cy="677721"/>
          </a:xfrm>
        </p:spPr>
        <p:txBody>
          <a:bodyPr anchor="ctr">
            <a:normAutofit/>
          </a:bodyPr>
          <a:lstStyle/>
          <a:p>
            <a:r>
              <a:rPr lang="ko-KR" altLang="en-US" sz="3000" dirty="0" err="1"/>
              <a:t>메인함수</a:t>
            </a:r>
            <a:endParaRPr lang="ko-KR" altLang="en-US" sz="3000" dirty="0"/>
          </a:p>
        </p:txBody>
      </p:sp>
      <p:pic>
        <p:nvPicPr>
          <p:cNvPr id="13" name="내용 개체 틀 12">
            <a:extLst>
              <a:ext uri="{FF2B5EF4-FFF2-40B4-BE49-F238E27FC236}">
                <a16:creationId xmlns:a16="http://schemas.microsoft.com/office/drawing/2014/main" id="{3A892AAD-2AE5-BF1A-4B4E-D26040FE90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04036" y="3630687"/>
            <a:ext cx="2838450" cy="1438275"/>
          </a:xfr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0F45995-F537-372B-C29A-B959D4248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148" y="1605852"/>
            <a:ext cx="3686175" cy="4495800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FEA91284-F63E-9255-1742-0A0C6CB7C6C8}"/>
              </a:ext>
            </a:extLst>
          </p:cNvPr>
          <p:cNvSpPr txBox="1">
            <a:spLocks/>
          </p:cNvSpPr>
          <p:nvPr/>
        </p:nvSpPr>
        <p:spPr>
          <a:xfrm>
            <a:off x="5666014" y="928131"/>
            <a:ext cx="2459813" cy="6777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000" dirty="0"/>
              <a:t>구조체 선언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C84BA94-C241-132A-9025-011674F01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2158" y="1637776"/>
            <a:ext cx="2034854" cy="8704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FF38DB2-E121-8DDA-6A9B-C542F0ADBC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6583" y="3570515"/>
            <a:ext cx="1921887" cy="1365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479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D4A19D2-D82E-AA84-620A-07F6ECE2F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112" y="738361"/>
            <a:ext cx="4617539" cy="696562"/>
          </a:xfrm>
        </p:spPr>
        <p:txBody>
          <a:bodyPr anchor="ctr">
            <a:noAutofit/>
          </a:bodyPr>
          <a:lstStyle/>
          <a:p>
            <a:r>
              <a:rPr lang="ko-KR" altLang="en-US" sz="3000" dirty="0"/>
              <a:t>메뉴화면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4467C27-FBBA-4A67-6BF7-C6993BDA0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0651" y="1757207"/>
            <a:ext cx="2843253" cy="189550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FF3F31E-24CF-CAB8-7622-531EA6F15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300" y="1434923"/>
            <a:ext cx="3699767" cy="468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833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C6233D9-EDC4-3201-F878-A66A5B3C7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273" y="623275"/>
            <a:ext cx="2794391" cy="1181928"/>
          </a:xfrm>
        </p:spPr>
        <p:txBody>
          <a:bodyPr anchor="ctr">
            <a:normAutofit/>
          </a:bodyPr>
          <a:lstStyle/>
          <a:p>
            <a:r>
              <a:rPr lang="ko-KR" altLang="en-US" sz="3000" dirty="0"/>
              <a:t>입고 함수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5F51B51-CE16-69C2-18B5-AB4F0A4C4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273" y="1805203"/>
            <a:ext cx="5585673" cy="360607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886C70C-FC26-194E-E218-EABA74AC0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445" y="1813673"/>
            <a:ext cx="3431138" cy="121708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44A6A0B-FFCA-C38B-F396-950EC5944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445" y="3516137"/>
            <a:ext cx="3476625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512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ECFA93B-9837-58CE-7B50-7A80B3689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885" y="809435"/>
            <a:ext cx="2633617" cy="778205"/>
          </a:xfrm>
        </p:spPr>
        <p:txBody>
          <a:bodyPr anchor="ctr">
            <a:normAutofit/>
          </a:bodyPr>
          <a:lstStyle/>
          <a:p>
            <a:r>
              <a:rPr lang="ko-KR" altLang="en-US" sz="3000" dirty="0"/>
              <a:t>정보</a:t>
            </a:r>
            <a:r>
              <a:rPr lang="en-US" altLang="ko-KR" sz="3000" dirty="0"/>
              <a:t>(</a:t>
            </a:r>
            <a:r>
              <a:rPr lang="ko-KR" altLang="en-US" sz="3000" dirty="0"/>
              <a:t>가나다</a:t>
            </a:r>
            <a:r>
              <a:rPr lang="en-US" altLang="ko-KR" sz="3000" dirty="0"/>
              <a:t>)</a:t>
            </a:r>
            <a:endParaRPr lang="ko-KR" altLang="en-US" sz="30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A1DE592-4D65-3D39-7904-F8B09683C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102" y="3954992"/>
            <a:ext cx="6267450" cy="19621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AFADA95-5683-EA2F-CA47-5BD4E9B2A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102" y="1480778"/>
            <a:ext cx="5286358" cy="242862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63400B7-AEE2-DCE4-0BC9-F9EDD77CE3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047" y="3730722"/>
            <a:ext cx="4627354" cy="112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490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1483</TotalTime>
  <Words>18</Words>
  <Application>Microsoft Office PowerPoint</Application>
  <PresentationFormat>와이드스크린</PresentationFormat>
  <Paragraphs>8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농산물 관리 프로그램</vt:lpstr>
      <vt:lpstr>PowerPoint 프레젠테이션</vt:lpstr>
      <vt:lpstr>메인함수</vt:lpstr>
      <vt:lpstr>메뉴화면</vt:lpstr>
      <vt:lpstr>입고 함수</vt:lpstr>
      <vt:lpstr>정보(가나다)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C언어 스터디2</dc:title>
  <dc:creator>장현태</dc:creator>
  <cp:lastModifiedBy>현태 장</cp:lastModifiedBy>
  <cp:revision>22</cp:revision>
  <dcterms:created xsi:type="dcterms:W3CDTF">2023-10-10T18:57:03Z</dcterms:created>
  <dcterms:modified xsi:type="dcterms:W3CDTF">2023-11-23T03:46:52Z</dcterms:modified>
</cp:coreProperties>
</file>