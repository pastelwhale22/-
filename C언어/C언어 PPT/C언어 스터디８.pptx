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8" r:id="rId4"/>
    <p:sldId id="266" r:id="rId5"/>
    <p:sldId id="260" r:id="rId6"/>
    <p:sldId id="26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A0E7A-5483-EF33-C05B-600F0F10B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1DBD6A-1DCD-A349-EF7D-11BAC0F6B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5FC7E-E7C6-FCC1-6A05-A1C3496D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B80B87-7372-40AB-1900-D82E641C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CB5DBF-DB30-02E6-9BD3-ECEF1F84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2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2127C-B06B-F99D-BD93-F99918E0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B2662-104B-E166-6CB3-EC70BA059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460B9-4ABC-10F9-1477-0AA980DA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D5596-F644-7232-808B-E8CBDCB5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C7501-96F7-F576-9336-5E6FF917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82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90EB3-C226-034E-F4FE-9BB5D3C1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E56FEC-8DD4-F429-A2B6-4AB5EDFFF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005A6D-AC07-4AB3-DD5A-D1CA7D60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92766-E017-D2BC-8E69-37BB90C0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5AD43D-8FB9-3029-9764-F280E649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56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19C26-6A67-8034-72EA-D25552E6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29B8F5-55EA-DFDF-BE72-E192EAC86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1E907E-D213-4853-3C23-FC80E3B75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ABC68-A4E4-D4D3-9C04-DC66B3DB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B01BC4-7975-3BAE-F41C-87C52941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8E2F9F-D9BB-9F02-4EEF-1431F87F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80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86C93-9320-6F03-EDF5-1A4EA52F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086630-D355-E8D3-64CB-CBB757D7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4A51D9-BF9A-8215-A347-915485D07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246442-B17F-4E61-5BAD-1D83BBC1B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45A86-E571-DBEA-18C9-9C09814CA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FAD2B2-660C-CBF8-0EA0-96497113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E1C33D-D384-AD16-29F5-63165E15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A94170-793F-4B47-2DA7-3B99389D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41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FE628-EBB6-00D0-DCE5-897359C7B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32E6FD-BF6D-DD5E-3CFC-F6B3D1C3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E3C8F9-7F33-434E-BFC3-74F3BB06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965C0-B3C2-4681-7FCA-AD9F0904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984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813925-06A1-A723-6B2F-BECDC7E3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03152-6ADE-DBE8-78AA-1A2A3743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A97C5-02F1-91A7-DD4F-4C64DBAF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EC769-AE48-A4C3-18F5-DDC00791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C366B-C70B-9DCE-4A47-8BF7912ED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DEC8D2-B477-0A56-F3EE-118C2303B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974C80-E605-7EC7-6DBE-4BFB9C1F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52A7F6-C908-1258-ED3D-9AF1A0E1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0F4440-25AE-D283-AA75-79438D71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29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632DB-A34B-F411-FE6B-F82F4F36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4BD035-C3E6-4DFA-9F65-F560EF580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B14A8B-39A2-645C-8B42-680106797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5ADBED-E802-9A89-BD0B-0C9ED108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00D7C4-DFCF-3F18-BA22-92405273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BF89B1-7E2F-AF9F-639F-1507E2A1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46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29E23-079A-307A-2B8C-D0520C90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5BFAF1-8757-F3E4-B793-9B2093E17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582A9-C490-6B5F-165A-01BB906C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F0AAA3-84D7-CADC-E919-E09C196D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38CC3-4F02-40A6-52B0-268B63C8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65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F66728-12AC-2939-9C7E-0F30E7729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88D0A-EC69-FEB7-35EB-7E2B0E3D5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A3F949-8812-EE8D-2B43-87AF69ED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A76B5-C54A-017B-61A4-01B0C38B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07253-BC8E-AA0C-5619-818C04F0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9339E6-0839-959C-B839-87752431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066227-1FCC-E001-979B-041AEC1DC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9FE5-CF44-CE60-1BC4-C193AC661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9F76D-672B-41A3-A5B5-9A8003EB57F1}" type="datetimeFigureOut">
              <a:rPr lang="ko-KR" altLang="en-US" smtClean="0"/>
              <a:t>2023-12-28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AF258A-F9D2-4493-A309-CB5140B1E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9EC06-0C43-3C93-63DD-44BB3C2AE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85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B3ED0D-3C84-2C86-61F5-E348924F7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105" y="1711556"/>
            <a:ext cx="9246688" cy="1624311"/>
          </a:xfrm>
        </p:spPr>
        <p:txBody>
          <a:bodyPr anchor="b">
            <a:normAutofit/>
          </a:bodyPr>
          <a:lstStyle/>
          <a:p>
            <a:pPr algn="l"/>
            <a:r>
              <a:rPr lang="ko-KR" altLang="en-US" sz="6500" dirty="0"/>
              <a:t>농산물 관리 프로그램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E43EA1-5539-796D-E92C-AAED120C2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altLang="ko-KR" dirty="0"/>
              <a:t>C</a:t>
            </a:r>
            <a:r>
              <a:rPr lang="ko-KR" altLang="en-US" dirty="0"/>
              <a:t>언어 </a:t>
            </a:r>
            <a:r>
              <a:rPr lang="ko-KR" altLang="en-US" dirty="0" err="1"/>
              <a:t>스터티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380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E51A4B-1250-D78D-9F66-0E08FCBB2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2106" y="1612663"/>
            <a:ext cx="5219442" cy="2326292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ko-KR" altLang="en-US" sz="3000" dirty="0"/>
              <a:t>목차</a:t>
            </a:r>
            <a:endParaRPr lang="en-US" altLang="ko-KR" sz="3000" dirty="0"/>
          </a:p>
          <a:p>
            <a:pPr marL="0" indent="0">
              <a:buNone/>
            </a:pPr>
            <a:r>
              <a:rPr lang="en-US" altLang="ko-KR" sz="3000" dirty="0"/>
              <a:t>	</a:t>
            </a:r>
            <a:r>
              <a:rPr lang="ko-KR" altLang="en-US" sz="3000" dirty="0"/>
              <a:t>관리자 저장함수</a:t>
            </a:r>
            <a:endParaRPr lang="en-US" altLang="ko-KR" sz="3000" dirty="0"/>
          </a:p>
          <a:p>
            <a:pPr marL="0" indent="0">
              <a:buNone/>
            </a:pPr>
            <a:endParaRPr lang="en-US" altLang="ko-KR" sz="3000" dirty="0"/>
          </a:p>
          <a:p>
            <a:pPr marL="0" indent="0">
              <a:buNone/>
            </a:pPr>
            <a:r>
              <a:rPr lang="en-US" altLang="ko-KR" sz="3000" dirty="0"/>
              <a:t>	</a:t>
            </a:r>
            <a:r>
              <a:rPr lang="ko-KR" altLang="en-US" sz="3000" dirty="0"/>
              <a:t>구매자 주문 목록 함수</a:t>
            </a:r>
            <a:endParaRPr lang="en-US" altLang="ko-KR" sz="3000" dirty="0"/>
          </a:p>
          <a:p>
            <a:pPr marL="0" indent="0">
              <a:buNone/>
            </a:pPr>
            <a:r>
              <a:rPr lang="en-US" altLang="ko-KR" sz="3000" dirty="0"/>
              <a:t>		   </a:t>
            </a:r>
            <a:r>
              <a:rPr lang="ko-KR" altLang="en-US" sz="3000" dirty="0"/>
              <a:t>수정함수</a:t>
            </a:r>
          </a:p>
        </p:txBody>
      </p:sp>
    </p:spTree>
    <p:extLst>
      <p:ext uri="{BB962C8B-B14F-4D97-AF65-F5344CB8AC3E}">
        <p14:creationId xmlns:p14="http://schemas.microsoft.com/office/powerpoint/2010/main" val="3194153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4A19D2-D82E-AA84-620A-07F6ECE2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112" y="738361"/>
            <a:ext cx="4617539" cy="696562"/>
          </a:xfrm>
        </p:spPr>
        <p:txBody>
          <a:bodyPr anchor="ctr">
            <a:noAutofit/>
          </a:bodyPr>
          <a:lstStyle/>
          <a:p>
            <a:r>
              <a:rPr lang="ko-KR" altLang="en-US" sz="4200" dirty="0"/>
              <a:t>추가한 부분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1B3B08F-0F15-A2C3-D12D-A823595FD7D3}"/>
              </a:ext>
            </a:extLst>
          </p:cNvPr>
          <p:cNvSpPr txBox="1">
            <a:spLocks/>
          </p:cNvSpPr>
          <p:nvPr/>
        </p:nvSpPr>
        <p:spPr>
          <a:xfrm>
            <a:off x="5007662" y="1079270"/>
            <a:ext cx="2173276" cy="677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저장함수</a:t>
            </a:r>
            <a:r>
              <a:rPr lang="en-US" altLang="ko-KR" sz="3000" dirty="0"/>
              <a:t>(.txt)</a:t>
            </a:r>
            <a:endParaRPr lang="ko-KR" altLang="en-US" sz="3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09B01F-34C0-6802-E4D1-56ED8DF63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11" y="1890918"/>
            <a:ext cx="6496075" cy="39382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52AF17-0F57-B739-EDCE-9017BDAF9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123" y="1462157"/>
            <a:ext cx="3345437" cy="227599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29C3A7B-CACA-5EC6-73DC-ADC8E6B0E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123" y="3738151"/>
            <a:ext cx="3267531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33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7028ABA-F711-057D-995B-183292C8CEBA}"/>
              </a:ext>
            </a:extLst>
          </p:cNvPr>
          <p:cNvSpPr txBox="1">
            <a:spLocks/>
          </p:cNvSpPr>
          <p:nvPr/>
        </p:nvSpPr>
        <p:spPr>
          <a:xfrm>
            <a:off x="1197266" y="895133"/>
            <a:ext cx="2536535" cy="677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주문목록함수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EB8190-24ED-11B8-05B9-E794470D9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046" y="1643669"/>
            <a:ext cx="6965249" cy="41500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DF9FE6A-44EF-EF86-9861-BD3285D54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349" y="1321936"/>
            <a:ext cx="3096057" cy="229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09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784826C3-246A-A264-A4BB-58795B7E2E22}"/>
              </a:ext>
            </a:extLst>
          </p:cNvPr>
          <p:cNvSpPr txBox="1">
            <a:spLocks/>
          </p:cNvSpPr>
          <p:nvPr/>
        </p:nvSpPr>
        <p:spPr>
          <a:xfrm>
            <a:off x="1133436" y="848374"/>
            <a:ext cx="2173276" cy="677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/>
              <a:t>수정 함수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A84B2E-0C17-FC2D-6075-B9BCDF300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13" y="1680099"/>
            <a:ext cx="5069797" cy="41202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A4822F9-EEB0-5954-2D22-CC7006088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640" y="848374"/>
            <a:ext cx="4493280" cy="275891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9C7EDC-29E3-B52D-43C8-975EEC257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096" y="3761292"/>
            <a:ext cx="2279227" cy="228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12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74992365-264F-44EC-5D17-825BA0010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8717" y="1285576"/>
            <a:ext cx="1819529" cy="1657581"/>
          </a:xfrm>
          <a:prstGeom prst="rect">
            <a:avLst/>
          </a:prstGeom>
        </p:spPr>
      </p:pic>
      <p:pic>
        <p:nvPicPr>
          <p:cNvPr id="7" name="그림 6" descr="텍스트, 폰트, 스크린샷, 도표이(가) 표시된 사진&#10;&#10;자동 생성된 설명">
            <a:extLst>
              <a:ext uri="{FF2B5EF4-FFF2-40B4-BE49-F238E27FC236}">
                <a16:creationId xmlns:a16="http://schemas.microsoft.com/office/drawing/2014/main" id="{E9C0A206-2FB3-65C8-D6EF-4D3C752A1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170" y="1285576"/>
            <a:ext cx="1371791" cy="971686"/>
          </a:xfrm>
          <a:prstGeom prst="rect">
            <a:avLst/>
          </a:prstGeom>
        </p:spPr>
      </p:pic>
      <p:pic>
        <p:nvPicPr>
          <p:cNvPr id="11" name="그림 10" descr="텍스트, 폰트, 스크린샷, 타이포그래피이(가) 표시된 사진&#10;&#10;자동 생성된 설명">
            <a:extLst>
              <a:ext uri="{FF2B5EF4-FFF2-40B4-BE49-F238E27FC236}">
                <a16:creationId xmlns:a16="http://schemas.microsoft.com/office/drawing/2014/main" id="{FD9A9743-4548-772A-7D3D-F1E5C2DDB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198" y="3712780"/>
            <a:ext cx="1295581" cy="2267266"/>
          </a:xfrm>
          <a:prstGeom prst="rect">
            <a:avLst/>
          </a:prstGeom>
        </p:spPr>
      </p:pic>
      <p:pic>
        <p:nvPicPr>
          <p:cNvPr id="14" name="그림 13" descr="텍스트, 폰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1A39E8D4-2E79-BB6F-C9C7-BD1C1FDB69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200" y="4238453"/>
            <a:ext cx="1848108" cy="1171739"/>
          </a:xfrm>
          <a:prstGeom prst="rect">
            <a:avLst/>
          </a:prstGeom>
        </p:spPr>
      </p:pic>
      <p:pic>
        <p:nvPicPr>
          <p:cNvPr id="16" name="그림 15" descr="텍스트, 폰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237B20E2-A555-4C69-CCE0-AAAD95D59C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565" y="4217387"/>
            <a:ext cx="1590897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55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28</Words>
  <Application>Microsoft Office PowerPoint</Application>
  <PresentationFormat>와이드스크린</PresentationFormat>
  <Paragraphs>11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농산물 관리 프로그램</vt:lpstr>
      <vt:lpstr>PowerPoint 프레젠테이션</vt:lpstr>
      <vt:lpstr>추가한 부분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 스터디2</dc:title>
  <dc:creator>장현태</dc:creator>
  <cp:lastModifiedBy>현태 장</cp:lastModifiedBy>
  <cp:revision>28</cp:revision>
  <dcterms:created xsi:type="dcterms:W3CDTF">2023-10-10T18:57:03Z</dcterms:created>
  <dcterms:modified xsi:type="dcterms:W3CDTF">2023-12-28T07:31:07Z</dcterms:modified>
</cp:coreProperties>
</file>